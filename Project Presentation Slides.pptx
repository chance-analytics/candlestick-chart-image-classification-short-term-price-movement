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8" r:id="rId1"/>
    <p:sldMasterId id="2147483699" r:id="rId2"/>
  </p:sldMasterIdLst>
  <p:notesMasterIdLst>
    <p:notesMasterId r:id="rId15"/>
  </p:notesMasterIdLst>
  <p:sldIdLst>
    <p:sldId id="256" r:id="rId3"/>
    <p:sldId id="257" r:id="rId4"/>
    <p:sldId id="258" r:id="rId5"/>
    <p:sldId id="259" r:id="rId6"/>
    <p:sldId id="267" r:id="rId7"/>
    <p:sldId id="268" r:id="rId8"/>
    <p:sldId id="269" r:id="rId9"/>
    <p:sldId id="270" r:id="rId10"/>
    <p:sldId id="271" r:id="rId11"/>
    <p:sldId id="272" r:id="rId12"/>
    <p:sldId id="273" r:id="rId13"/>
    <p:sldId id="265" r:id="rId14"/>
  </p:sldIdLst>
  <p:sldSz cx="9144000" cy="5143500" type="screen16x9"/>
  <p:notesSz cx="6858000" cy="9144000"/>
  <p:embeddedFontLst>
    <p:embeddedFont>
      <p:font typeface="Urbanist" panose="020B0A04040200000203" pitchFamily="34" charset="77"/>
      <p:regular r:id="rId16"/>
      <p:bold r:id="rId17"/>
      <p:italic r:id="rId18"/>
      <p:boldItalic r:id="rId19"/>
    </p:embeddedFont>
    <p:embeddedFont>
      <p:font typeface="Urbanist Medium" panose="020B0A04040200000203" pitchFamily="34" charset="77"/>
      <p:regular r:id="rId20"/>
      <p:bold r:id="rId21"/>
      <p:italic r:id="rId22"/>
      <p:boldItalic r:id="rId23"/>
    </p:embeddedFont>
    <p:embeddedFont>
      <p:font typeface="Urbanist SemiBold" panose="020B0A04040200000203" pitchFamily="34" charset="77"/>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4"/>
    <p:restoredTop sz="94649"/>
  </p:normalViewPr>
  <p:slideViewPr>
    <p:cSldViewPr snapToGrid="0">
      <p:cViewPr>
        <p:scale>
          <a:sx n="160" d="100"/>
          <a:sy n="160" d="100"/>
        </p:scale>
        <p:origin x="1224" y="15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1.xml"/><Relationship Id="rId21" Type="http://schemas.openxmlformats.org/officeDocument/2006/relationships/font" Target="fonts/font6.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9.fntdata"/><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6ed73f08bc_0_10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6ed73f08bc_0_10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392b5b68b4e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392b5b68b4e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6ed73f08bc_1_14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36ed73f08bc_1_14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6ed73f08bc_1_14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6ed73f08bc_1_1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C2CEAC1D-EDD8-CEC4-308A-403AC394E8C2}"/>
            </a:ext>
          </a:extLst>
        </p:cNvPr>
        <p:cNvGrpSpPr/>
        <p:nvPr/>
      </p:nvGrpSpPr>
      <p:grpSpPr>
        <a:xfrm>
          <a:off x="0" y="0"/>
          <a:ext cx="0" cy="0"/>
          <a:chOff x="0" y="0"/>
          <a:chExt cx="0" cy="0"/>
        </a:xfrm>
      </p:grpSpPr>
      <p:sp>
        <p:nvSpPr>
          <p:cNvPr id="521" name="Google Shape;521;g36ed73f08bc_1_1425:notes">
            <a:extLst>
              <a:ext uri="{FF2B5EF4-FFF2-40B4-BE49-F238E27FC236}">
                <a16:creationId xmlns:a16="http://schemas.microsoft.com/office/drawing/2014/main" id="{A3432867-295C-C775-DD1C-97D1024026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6ed73f08bc_1_1425:notes">
            <a:extLst>
              <a:ext uri="{FF2B5EF4-FFF2-40B4-BE49-F238E27FC236}">
                <a16:creationId xmlns:a16="http://schemas.microsoft.com/office/drawing/2014/main" id="{E0A97E2F-FBC8-EE58-6C8F-5DFDCE11E6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826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FEA4098D-69A1-2894-FB14-9CC28B90068E}"/>
            </a:ext>
          </a:extLst>
        </p:cNvPr>
        <p:cNvGrpSpPr/>
        <p:nvPr/>
      </p:nvGrpSpPr>
      <p:grpSpPr>
        <a:xfrm>
          <a:off x="0" y="0"/>
          <a:ext cx="0" cy="0"/>
          <a:chOff x="0" y="0"/>
          <a:chExt cx="0" cy="0"/>
        </a:xfrm>
      </p:grpSpPr>
      <p:sp>
        <p:nvSpPr>
          <p:cNvPr id="521" name="Google Shape;521;g36ed73f08bc_1_1425:notes">
            <a:extLst>
              <a:ext uri="{FF2B5EF4-FFF2-40B4-BE49-F238E27FC236}">
                <a16:creationId xmlns:a16="http://schemas.microsoft.com/office/drawing/2014/main" id="{AF5BE516-9A2D-B89A-D402-8E15A731AF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6ed73f08bc_1_1425:notes">
            <a:extLst>
              <a:ext uri="{FF2B5EF4-FFF2-40B4-BE49-F238E27FC236}">
                <a16:creationId xmlns:a16="http://schemas.microsoft.com/office/drawing/2014/main" id="{E6B4B6C0-F316-FA26-05A3-CF19678819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4600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980CED3B-73A7-F5EF-F513-14DFFFA527EF}"/>
            </a:ext>
          </a:extLst>
        </p:cNvPr>
        <p:cNvGrpSpPr/>
        <p:nvPr/>
      </p:nvGrpSpPr>
      <p:grpSpPr>
        <a:xfrm>
          <a:off x="0" y="0"/>
          <a:ext cx="0" cy="0"/>
          <a:chOff x="0" y="0"/>
          <a:chExt cx="0" cy="0"/>
        </a:xfrm>
      </p:grpSpPr>
      <p:sp>
        <p:nvSpPr>
          <p:cNvPr id="521" name="Google Shape;521;g36ed73f08bc_1_1425:notes">
            <a:extLst>
              <a:ext uri="{FF2B5EF4-FFF2-40B4-BE49-F238E27FC236}">
                <a16:creationId xmlns:a16="http://schemas.microsoft.com/office/drawing/2014/main" id="{0EE33960-7827-C782-F721-FCDDF003E1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6ed73f08bc_1_1425:notes">
            <a:extLst>
              <a:ext uri="{FF2B5EF4-FFF2-40B4-BE49-F238E27FC236}">
                <a16:creationId xmlns:a16="http://schemas.microsoft.com/office/drawing/2014/main" id="{C26CF721-6FF1-FD7E-50E8-6DDF3F9797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0199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8D2B1380-2155-563D-F71F-934507FA6F78}"/>
            </a:ext>
          </a:extLst>
        </p:cNvPr>
        <p:cNvGrpSpPr/>
        <p:nvPr/>
      </p:nvGrpSpPr>
      <p:grpSpPr>
        <a:xfrm>
          <a:off x="0" y="0"/>
          <a:ext cx="0" cy="0"/>
          <a:chOff x="0" y="0"/>
          <a:chExt cx="0" cy="0"/>
        </a:xfrm>
      </p:grpSpPr>
      <p:sp>
        <p:nvSpPr>
          <p:cNvPr id="521" name="Google Shape;521;g36ed73f08bc_1_1425:notes">
            <a:extLst>
              <a:ext uri="{FF2B5EF4-FFF2-40B4-BE49-F238E27FC236}">
                <a16:creationId xmlns:a16="http://schemas.microsoft.com/office/drawing/2014/main" id="{8B1411B3-DDE9-EA82-FD01-ECE2B5F340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6ed73f08bc_1_1425:notes">
            <a:extLst>
              <a:ext uri="{FF2B5EF4-FFF2-40B4-BE49-F238E27FC236}">
                <a16:creationId xmlns:a16="http://schemas.microsoft.com/office/drawing/2014/main" id="{446A5F9E-4B42-1ED5-0B67-F6C6D116AA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0871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D2FE5AD5-0DC2-38F1-30F7-1B2E21466646}"/>
            </a:ext>
          </a:extLst>
        </p:cNvPr>
        <p:cNvGrpSpPr/>
        <p:nvPr/>
      </p:nvGrpSpPr>
      <p:grpSpPr>
        <a:xfrm>
          <a:off x="0" y="0"/>
          <a:ext cx="0" cy="0"/>
          <a:chOff x="0" y="0"/>
          <a:chExt cx="0" cy="0"/>
        </a:xfrm>
      </p:grpSpPr>
      <p:sp>
        <p:nvSpPr>
          <p:cNvPr id="521" name="Google Shape;521;g36ed73f08bc_1_1425:notes">
            <a:extLst>
              <a:ext uri="{FF2B5EF4-FFF2-40B4-BE49-F238E27FC236}">
                <a16:creationId xmlns:a16="http://schemas.microsoft.com/office/drawing/2014/main" id="{E46B9A65-3D77-052D-383F-A9FFE10A98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6ed73f08bc_1_1425:notes">
            <a:extLst>
              <a:ext uri="{FF2B5EF4-FFF2-40B4-BE49-F238E27FC236}">
                <a16:creationId xmlns:a16="http://schemas.microsoft.com/office/drawing/2014/main" id="{B9E84B01-A143-2381-AA95-2FCD4245DD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03220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62DA33DB-470C-92A2-F117-C24363CE01AE}"/>
            </a:ext>
          </a:extLst>
        </p:cNvPr>
        <p:cNvGrpSpPr/>
        <p:nvPr/>
      </p:nvGrpSpPr>
      <p:grpSpPr>
        <a:xfrm>
          <a:off x="0" y="0"/>
          <a:ext cx="0" cy="0"/>
          <a:chOff x="0" y="0"/>
          <a:chExt cx="0" cy="0"/>
        </a:xfrm>
      </p:grpSpPr>
      <p:sp>
        <p:nvSpPr>
          <p:cNvPr id="521" name="Google Shape;521;g36ed73f08bc_1_1425:notes">
            <a:extLst>
              <a:ext uri="{FF2B5EF4-FFF2-40B4-BE49-F238E27FC236}">
                <a16:creationId xmlns:a16="http://schemas.microsoft.com/office/drawing/2014/main" id="{1C771E9A-58B2-40DC-0B2C-196E5C9C1D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6ed73f08bc_1_1425:notes">
            <a:extLst>
              <a:ext uri="{FF2B5EF4-FFF2-40B4-BE49-F238E27FC236}">
                <a16:creationId xmlns:a16="http://schemas.microsoft.com/office/drawing/2014/main" id="{EA63E46B-AAEE-2D8F-788F-D7AB523D0F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6756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89C00E07-9A3B-CF88-F825-BBDEAC4591E7}"/>
            </a:ext>
          </a:extLst>
        </p:cNvPr>
        <p:cNvGrpSpPr/>
        <p:nvPr/>
      </p:nvGrpSpPr>
      <p:grpSpPr>
        <a:xfrm>
          <a:off x="0" y="0"/>
          <a:ext cx="0" cy="0"/>
          <a:chOff x="0" y="0"/>
          <a:chExt cx="0" cy="0"/>
        </a:xfrm>
      </p:grpSpPr>
      <p:sp>
        <p:nvSpPr>
          <p:cNvPr id="521" name="Google Shape;521;g36ed73f08bc_1_1425:notes">
            <a:extLst>
              <a:ext uri="{FF2B5EF4-FFF2-40B4-BE49-F238E27FC236}">
                <a16:creationId xmlns:a16="http://schemas.microsoft.com/office/drawing/2014/main" id="{2E63ECC5-D220-0CEE-63A1-C8DDB91420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6ed73f08bc_1_1425:notes">
            <a:extLst>
              <a:ext uri="{FF2B5EF4-FFF2-40B4-BE49-F238E27FC236}">
                <a16:creationId xmlns:a16="http://schemas.microsoft.com/office/drawing/2014/main" id="{B9EB6E64-70F6-C3B2-B73A-936786ED0C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79512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392b5b68b4e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392b5b68b4e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ALT 1">
  <p:cSld name="BLANK_4">
    <p:spTree>
      <p:nvGrpSpPr>
        <p:cNvPr id="1" name="Shape 54"/>
        <p:cNvGrpSpPr/>
        <p:nvPr/>
      </p:nvGrpSpPr>
      <p:grpSpPr>
        <a:xfrm>
          <a:off x="0" y="0"/>
          <a:ext cx="0" cy="0"/>
          <a:chOff x="0" y="0"/>
          <a:chExt cx="0" cy="0"/>
        </a:xfrm>
      </p:grpSpPr>
      <p:pic>
        <p:nvPicPr>
          <p:cNvPr id="55" name="Google Shape;55;p14"/>
          <p:cNvPicPr preferRelativeResize="0"/>
          <p:nvPr/>
        </p:nvPicPr>
        <p:blipFill rotWithShape="1">
          <a:blip r:embed="rId2">
            <a:alphaModFix amt="50000"/>
          </a:blip>
          <a:srcRect l="3133" t="16785" r="7834" b="8145"/>
          <a:stretch/>
        </p:blipFill>
        <p:spPr>
          <a:xfrm rot="10800000" flipH="1">
            <a:off x="0" y="-3474"/>
            <a:ext cx="9161550" cy="5154499"/>
          </a:xfrm>
          <a:prstGeom prst="rect">
            <a:avLst/>
          </a:prstGeom>
          <a:noFill/>
          <a:ln>
            <a:noFill/>
          </a:ln>
        </p:spPr>
      </p:pic>
      <p:sp>
        <p:nvSpPr>
          <p:cNvPr id="56" name="Google Shape;56;p14"/>
          <p:cNvSpPr/>
          <p:nvPr/>
        </p:nvSpPr>
        <p:spPr>
          <a:xfrm rot="10800000" flipH="1">
            <a:off x="0" y="4676700"/>
            <a:ext cx="9149700" cy="466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7" name="Google Shape;57;p14"/>
          <p:cNvSpPr txBox="1">
            <a:spLocks noGrp="1"/>
          </p:cNvSpPr>
          <p:nvPr>
            <p:ph type="subTitle" idx="1"/>
          </p:nvPr>
        </p:nvSpPr>
        <p:spPr>
          <a:xfrm>
            <a:off x="228600" y="1738950"/>
            <a:ext cx="4402800" cy="2520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58" name="Google Shape;58;p14"/>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59" name="Google Shape;59;p14"/>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60" name="Google Shape;60;p14"/>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61" name="Google Shape;61;p14"/>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2" name="Google Shape;62;p14"/>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3" name="Google Shape;63;p14"/>
          <p:cNvSpPr txBox="1">
            <a:spLocks noGrp="1"/>
          </p:cNvSpPr>
          <p:nvPr>
            <p:ph type="title"/>
          </p:nvPr>
        </p:nvSpPr>
        <p:spPr>
          <a:xfrm>
            <a:off x="228600" y="228600"/>
            <a:ext cx="6658800" cy="1419000"/>
          </a:xfrm>
          <a:prstGeom prst="rect">
            <a:avLst/>
          </a:prstGeom>
        </p:spPr>
        <p:txBody>
          <a:bodyPr spcFirstLastPara="1" wrap="square" lIns="0" tIns="0" rIns="0" bIns="0" anchor="t" anchorCtr="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a:endParaRPr/>
          </a:p>
        </p:txBody>
      </p:sp>
      <p:cxnSp>
        <p:nvCxnSpPr>
          <p:cNvPr id="64" name="Google Shape;64;p14"/>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65" name="Google Shape;65;p14"/>
          <p:cNvSpPr txBox="1">
            <a:spLocks noGrp="1"/>
          </p:cNvSpPr>
          <p:nvPr>
            <p:ph type="subTitle" idx="5"/>
          </p:nvPr>
        </p:nvSpPr>
        <p:spPr>
          <a:xfrm>
            <a:off x="297075" y="4175900"/>
            <a:ext cx="1264800" cy="2286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66" name="Google Shape;66;p14"/>
          <p:cNvSpPr txBox="1">
            <a:spLocks noGrp="1"/>
          </p:cNvSpPr>
          <p:nvPr>
            <p:ph type="subTitle" idx="6"/>
          </p:nvPr>
        </p:nvSpPr>
        <p:spPr>
          <a:xfrm>
            <a:off x="1786375" y="4175900"/>
            <a:ext cx="1264800" cy="2286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67" name="Google Shape;67;p14"/>
          <p:cNvSpPr txBox="1">
            <a:spLocks noGrp="1"/>
          </p:cNvSpPr>
          <p:nvPr>
            <p:ph type="subTitle" idx="7"/>
          </p:nvPr>
        </p:nvSpPr>
        <p:spPr>
          <a:xfrm>
            <a:off x="228591" y="3454475"/>
            <a:ext cx="4659600" cy="252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b="1"/>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a:endParaRPr/>
          </a:p>
        </p:txBody>
      </p:sp>
      <p:sp>
        <p:nvSpPr>
          <p:cNvPr id="68" name="Google Shape;68;p14"/>
          <p:cNvSpPr txBox="1">
            <a:spLocks noGrp="1"/>
          </p:cNvSpPr>
          <p:nvPr>
            <p:ph type="subTitle" idx="8"/>
          </p:nvPr>
        </p:nvSpPr>
        <p:spPr>
          <a:xfrm>
            <a:off x="228591" y="3743050"/>
            <a:ext cx="4659600" cy="252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b="1"/>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ALT 1">
  <p:cSld name="BLANK_1_1_2">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228600" y="395043"/>
            <a:ext cx="6480300" cy="587700"/>
          </a:xfrm>
          <a:prstGeom prst="rect">
            <a:avLst/>
          </a:prstGeom>
        </p:spPr>
        <p:txBody>
          <a:bodyPr spcFirstLastPara="1" wrap="square" lIns="0" tIns="0" rIns="91425" bIns="91425" anchor="t" anchorCtr="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a:endParaRPr/>
          </a:p>
        </p:txBody>
      </p:sp>
      <p:sp>
        <p:nvSpPr>
          <p:cNvPr id="71" name="Google Shape;71;p15"/>
          <p:cNvSpPr txBox="1">
            <a:spLocks noGrp="1"/>
          </p:cNvSpPr>
          <p:nvPr>
            <p:ph type="body" idx="1"/>
          </p:nvPr>
        </p:nvSpPr>
        <p:spPr>
          <a:xfrm>
            <a:off x="228600" y="1743625"/>
            <a:ext cx="4296600" cy="2709000"/>
          </a:xfrm>
          <a:prstGeom prst="rect">
            <a:avLst/>
          </a:prstGeom>
        </p:spPr>
        <p:txBody>
          <a:bodyPr spcFirstLastPara="1" wrap="square" lIns="0" tIns="91425" rIns="91425" bIns="91425" anchor="b" anchorCtr="0">
            <a:no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72" name="Google Shape;72;p15"/>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73" name="Google Shape;73;p15"/>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74" name="Google Shape;74;p15"/>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75" name="Google Shape;75;p15"/>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76" name="Google Shape;76;p15"/>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cxnSp>
        <p:nvCxnSpPr>
          <p:cNvPr id="77" name="Google Shape;77;p15"/>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ur values">
  <p:cSld name="BLANK_1_1_1_1">
    <p:spTree>
      <p:nvGrpSpPr>
        <p:cNvPr id="1" name="Shape 78"/>
        <p:cNvGrpSpPr/>
        <p:nvPr/>
      </p:nvGrpSpPr>
      <p:grpSpPr>
        <a:xfrm>
          <a:off x="0" y="0"/>
          <a:ext cx="0" cy="0"/>
          <a:chOff x="0" y="0"/>
          <a:chExt cx="0" cy="0"/>
        </a:xfrm>
      </p:grpSpPr>
      <p:sp>
        <p:nvSpPr>
          <p:cNvPr id="79" name="Google Shape;79;p16"/>
          <p:cNvSpPr txBox="1">
            <a:spLocks noGrp="1"/>
          </p:cNvSpPr>
          <p:nvPr>
            <p:ph type="subTitle" idx="1"/>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80" name="Google Shape;80;p16"/>
          <p:cNvSpPr txBox="1">
            <a:spLocks noGrp="1"/>
          </p:cNvSpPr>
          <p:nvPr>
            <p:ph type="title"/>
          </p:nvPr>
        </p:nvSpPr>
        <p:spPr>
          <a:xfrm>
            <a:off x="228600" y="613525"/>
            <a:ext cx="7223400" cy="4221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a:endParaRPr/>
          </a:p>
        </p:txBody>
      </p:sp>
      <p:sp>
        <p:nvSpPr>
          <p:cNvPr id="81" name="Google Shape;81;p16"/>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82" name="Google Shape;82;p16"/>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83" name="Google Shape;83;p16"/>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84" name="Google Shape;84;p16"/>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85" name="Google Shape;85;p16"/>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cxnSp>
        <p:nvCxnSpPr>
          <p:cNvPr id="86" name="Google Shape;86;p16"/>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87" name="Google Shape;87;p16"/>
          <p:cNvSpPr txBox="1">
            <a:spLocks noGrp="1"/>
          </p:cNvSpPr>
          <p:nvPr>
            <p:ph type="subTitle" idx="5"/>
          </p:nvPr>
        </p:nvSpPr>
        <p:spPr>
          <a:xfrm>
            <a:off x="254625" y="1638300"/>
            <a:ext cx="1128900" cy="118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a:endParaRPr/>
          </a:p>
        </p:txBody>
      </p:sp>
      <p:sp>
        <p:nvSpPr>
          <p:cNvPr id="88" name="Google Shape;88;p16"/>
          <p:cNvSpPr txBox="1">
            <a:spLocks noGrp="1"/>
          </p:cNvSpPr>
          <p:nvPr>
            <p:ph type="subTitle" idx="6"/>
          </p:nvPr>
        </p:nvSpPr>
        <p:spPr>
          <a:xfrm>
            <a:off x="3275850" y="1638300"/>
            <a:ext cx="1128900" cy="118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a:endParaRPr/>
          </a:p>
        </p:txBody>
      </p:sp>
      <p:sp>
        <p:nvSpPr>
          <p:cNvPr id="89" name="Google Shape;89;p16"/>
          <p:cNvSpPr txBox="1">
            <a:spLocks noGrp="1"/>
          </p:cNvSpPr>
          <p:nvPr>
            <p:ph type="subTitle" idx="7"/>
          </p:nvPr>
        </p:nvSpPr>
        <p:spPr>
          <a:xfrm>
            <a:off x="6215463" y="1638300"/>
            <a:ext cx="1128900" cy="118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a:endParaRPr/>
          </a:p>
        </p:txBody>
      </p:sp>
      <p:sp>
        <p:nvSpPr>
          <p:cNvPr id="90" name="Google Shape;90;p16"/>
          <p:cNvSpPr txBox="1">
            <a:spLocks noGrp="1"/>
          </p:cNvSpPr>
          <p:nvPr>
            <p:ph type="body" idx="8"/>
          </p:nvPr>
        </p:nvSpPr>
        <p:spPr>
          <a:xfrm>
            <a:off x="288575" y="3386400"/>
            <a:ext cx="2665200" cy="11883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
        <p:nvSpPr>
          <p:cNvPr id="91" name="Google Shape;91;p16"/>
          <p:cNvSpPr txBox="1">
            <a:spLocks noGrp="1"/>
          </p:cNvSpPr>
          <p:nvPr>
            <p:ph type="body" idx="9"/>
          </p:nvPr>
        </p:nvSpPr>
        <p:spPr>
          <a:xfrm>
            <a:off x="6121413" y="3386400"/>
            <a:ext cx="2665200" cy="11883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
        <p:nvSpPr>
          <p:cNvPr id="92" name="Google Shape;92;p16"/>
          <p:cNvSpPr txBox="1">
            <a:spLocks noGrp="1"/>
          </p:cNvSpPr>
          <p:nvPr>
            <p:ph type="body" idx="13"/>
          </p:nvPr>
        </p:nvSpPr>
        <p:spPr>
          <a:xfrm>
            <a:off x="3192450" y="3386400"/>
            <a:ext cx="2665200" cy="11883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in point and image ALT 2">
  <p:cSld name="CUSTOM_3">
    <p:spTree>
      <p:nvGrpSpPr>
        <p:cNvPr id="1" name="Shape 93"/>
        <p:cNvGrpSpPr/>
        <p:nvPr/>
      </p:nvGrpSpPr>
      <p:grpSpPr>
        <a:xfrm>
          <a:off x="0" y="0"/>
          <a:ext cx="0" cy="0"/>
          <a:chOff x="0" y="0"/>
          <a:chExt cx="0" cy="0"/>
        </a:xfrm>
      </p:grpSpPr>
      <p:sp>
        <p:nvSpPr>
          <p:cNvPr id="94" name="Google Shape;94;p17"/>
          <p:cNvSpPr>
            <a:spLocks noGrp="1"/>
          </p:cNvSpPr>
          <p:nvPr>
            <p:ph type="pic" idx="2"/>
          </p:nvPr>
        </p:nvSpPr>
        <p:spPr>
          <a:xfrm>
            <a:off x="246150" y="237650"/>
            <a:ext cx="4196400" cy="4438200"/>
          </a:xfrm>
          <a:prstGeom prst="rect">
            <a:avLst/>
          </a:prstGeom>
          <a:noFill/>
          <a:ln>
            <a:noFill/>
          </a:ln>
        </p:spPr>
      </p:sp>
      <p:sp>
        <p:nvSpPr>
          <p:cNvPr id="95" name="Google Shape;95;p17"/>
          <p:cNvSpPr txBox="1">
            <a:spLocks noGrp="1"/>
          </p:cNvSpPr>
          <p:nvPr>
            <p:ph type="title"/>
          </p:nvPr>
        </p:nvSpPr>
        <p:spPr>
          <a:xfrm>
            <a:off x="4591800" y="304700"/>
            <a:ext cx="3861900" cy="192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a:endParaRPr/>
          </a:p>
        </p:txBody>
      </p:sp>
      <p:sp>
        <p:nvSpPr>
          <p:cNvPr id="96" name="Google Shape;96;p17"/>
          <p:cNvSpPr txBox="1">
            <a:spLocks noGrp="1"/>
          </p:cNvSpPr>
          <p:nvPr>
            <p:ph type="title" idx="3"/>
          </p:nvPr>
        </p:nvSpPr>
        <p:spPr>
          <a:xfrm>
            <a:off x="4591800" y="738425"/>
            <a:ext cx="4290000" cy="2051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a:endParaRPr/>
          </a:p>
        </p:txBody>
      </p:sp>
      <p:sp>
        <p:nvSpPr>
          <p:cNvPr id="97" name="Google Shape;97;p17"/>
          <p:cNvSpPr txBox="1">
            <a:spLocks noGrp="1"/>
          </p:cNvSpPr>
          <p:nvPr>
            <p:ph type="body" idx="1"/>
          </p:nvPr>
        </p:nvSpPr>
        <p:spPr>
          <a:xfrm>
            <a:off x="4618950" y="2205375"/>
            <a:ext cx="4290000" cy="16296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
        <p:nvSpPr>
          <p:cNvPr id="98" name="Google Shape;98;p17"/>
          <p:cNvSpPr txBox="1">
            <a:spLocks noGrp="1"/>
          </p:cNvSpPr>
          <p:nvPr>
            <p:ph type="subTitle" idx="4"/>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99" name="Google Shape;99;p17"/>
          <p:cNvSpPr txBox="1">
            <a:spLocks noGrp="1"/>
          </p:cNvSpPr>
          <p:nvPr>
            <p:ph type="subTitle" idx="5"/>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00" name="Google Shape;100;p17"/>
          <p:cNvSpPr txBox="1">
            <a:spLocks noGrp="1"/>
          </p:cNvSpPr>
          <p:nvPr>
            <p:ph type="subTitle" idx="6"/>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01" name="Google Shape;101;p17"/>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02" name="Google Shape;102;p17"/>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cxnSp>
        <p:nvCxnSpPr>
          <p:cNvPr id="103" name="Google Shape;103;p17"/>
          <p:cNvCxnSpPr/>
          <p:nvPr/>
        </p:nvCxnSpPr>
        <p:spPr>
          <a:xfrm>
            <a:off x="228600" y="226100"/>
            <a:ext cx="8687100" cy="0"/>
          </a:xfrm>
          <a:prstGeom prst="straightConnector1">
            <a:avLst/>
          </a:prstGeom>
          <a:noFill/>
          <a:ln w="9525" cap="flat" cmpd="sng">
            <a:solidFill>
              <a:schemeClr val="lt2"/>
            </a:solidFill>
            <a:prstDash val="solid"/>
            <a:round/>
            <a:headEnd type="none" w="med" len="med"/>
            <a:tailEnd type="none" w="med" len="med"/>
          </a:ln>
        </p:spPr>
      </p:cxnSp>
      <p:cxnSp>
        <p:nvCxnSpPr>
          <p:cNvPr id="104" name="Google Shape;104;p17"/>
          <p:cNvCxnSpPr/>
          <p:nvPr/>
        </p:nvCxnSpPr>
        <p:spPr>
          <a:xfrm>
            <a:off x="4444600" y="570000"/>
            <a:ext cx="4470900" cy="0"/>
          </a:xfrm>
          <a:prstGeom prst="straightConnector1">
            <a:avLst/>
          </a:prstGeom>
          <a:noFill/>
          <a:ln w="9525" cap="flat" cmpd="sng">
            <a:solidFill>
              <a:schemeClr val="lt2"/>
            </a:solidFill>
            <a:prstDash val="solid"/>
            <a:round/>
            <a:headEnd type="none" w="med" len="med"/>
            <a:tailEnd type="none" w="med" len="med"/>
          </a:ln>
        </p:spPr>
      </p:cxnSp>
      <p:cxnSp>
        <p:nvCxnSpPr>
          <p:cNvPr id="105" name="Google Shape;105;p17"/>
          <p:cNvCxnSpPr/>
          <p:nvPr/>
        </p:nvCxnSpPr>
        <p:spPr>
          <a:xfrm>
            <a:off x="4442500" y="226100"/>
            <a:ext cx="0" cy="4457700"/>
          </a:xfrm>
          <a:prstGeom prst="straightConnector1">
            <a:avLst/>
          </a:prstGeom>
          <a:noFill/>
          <a:ln w="9525" cap="flat" cmpd="sng">
            <a:solidFill>
              <a:schemeClr val="lt2"/>
            </a:solidFill>
            <a:prstDash val="solid"/>
            <a:round/>
            <a:headEnd type="none" w="med" len="med"/>
            <a:tailEnd type="none" w="med" len="med"/>
          </a:ln>
        </p:spPr>
      </p:cxnSp>
      <p:cxnSp>
        <p:nvCxnSpPr>
          <p:cNvPr id="106" name="Google Shape;106;p17"/>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body and image ALT 1">
  <p:cSld name="BLANK_1_1_1_1_3">
    <p:spTree>
      <p:nvGrpSpPr>
        <p:cNvPr id="1" name="Shape 107"/>
        <p:cNvGrpSpPr/>
        <p:nvPr/>
      </p:nvGrpSpPr>
      <p:grpSpPr>
        <a:xfrm>
          <a:off x="0" y="0"/>
          <a:ext cx="0" cy="0"/>
          <a:chOff x="0" y="0"/>
          <a:chExt cx="0" cy="0"/>
        </a:xfrm>
      </p:grpSpPr>
      <p:sp>
        <p:nvSpPr>
          <p:cNvPr id="108" name="Google Shape;108;p18"/>
          <p:cNvSpPr txBox="1">
            <a:spLocks noGrp="1"/>
          </p:cNvSpPr>
          <p:nvPr>
            <p:ph type="title"/>
          </p:nvPr>
        </p:nvSpPr>
        <p:spPr>
          <a:xfrm>
            <a:off x="228600" y="613525"/>
            <a:ext cx="39045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109" name="Google Shape;109;p18"/>
          <p:cNvSpPr>
            <a:spLocks noGrp="1"/>
          </p:cNvSpPr>
          <p:nvPr>
            <p:ph type="pic" idx="2"/>
          </p:nvPr>
        </p:nvSpPr>
        <p:spPr>
          <a:xfrm>
            <a:off x="4523050" y="737975"/>
            <a:ext cx="2164800" cy="1350300"/>
          </a:xfrm>
          <a:prstGeom prst="roundRect">
            <a:avLst>
              <a:gd name="adj" fmla="val 7802"/>
            </a:avLst>
          </a:prstGeom>
          <a:noFill/>
          <a:ln w="9525" cap="flat" cmpd="sng">
            <a:solidFill>
              <a:schemeClr val="accent1"/>
            </a:solidFill>
            <a:prstDash val="solid"/>
            <a:round/>
            <a:headEnd type="none" w="sm" len="sm"/>
            <a:tailEnd type="none" w="sm" len="sm"/>
          </a:ln>
        </p:spPr>
      </p:sp>
      <p:sp>
        <p:nvSpPr>
          <p:cNvPr id="110" name="Google Shape;110;p18"/>
          <p:cNvSpPr>
            <a:spLocks noGrp="1"/>
          </p:cNvSpPr>
          <p:nvPr>
            <p:ph type="pic" idx="3"/>
          </p:nvPr>
        </p:nvSpPr>
        <p:spPr>
          <a:xfrm>
            <a:off x="6752100" y="737775"/>
            <a:ext cx="2164800" cy="1350300"/>
          </a:xfrm>
          <a:prstGeom prst="roundRect">
            <a:avLst>
              <a:gd name="adj" fmla="val 7802"/>
            </a:avLst>
          </a:prstGeom>
          <a:noFill/>
          <a:ln w="9525" cap="flat" cmpd="sng">
            <a:solidFill>
              <a:schemeClr val="accent1"/>
            </a:solidFill>
            <a:prstDash val="solid"/>
            <a:round/>
            <a:headEnd type="none" w="sm" len="sm"/>
            <a:tailEnd type="none" w="sm" len="sm"/>
          </a:ln>
        </p:spPr>
      </p:sp>
      <p:sp>
        <p:nvSpPr>
          <p:cNvPr id="111" name="Google Shape;111;p18"/>
          <p:cNvSpPr>
            <a:spLocks noGrp="1"/>
          </p:cNvSpPr>
          <p:nvPr>
            <p:ph type="pic" idx="4"/>
          </p:nvPr>
        </p:nvSpPr>
        <p:spPr>
          <a:xfrm>
            <a:off x="4523050" y="2158000"/>
            <a:ext cx="4394100" cy="2282700"/>
          </a:xfrm>
          <a:prstGeom prst="roundRect">
            <a:avLst>
              <a:gd name="adj" fmla="val 6108"/>
            </a:avLst>
          </a:prstGeom>
          <a:noFill/>
          <a:ln w="9525" cap="flat" cmpd="sng">
            <a:solidFill>
              <a:schemeClr val="accent1"/>
            </a:solidFill>
            <a:prstDash val="solid"/>
            <a:round/>
            <a:headEnd type="none" w="sm" len="sm"/>
            <a:tailEnd type="none" w="sm" len="sm"/>
          </a:ln>
        </p:spPr>
      </p:sp>
      <p:sp>
        <p:nvSpPr>
          <p:cNvPr id="112" name="Google Shape;112;p18"/>
          <p:cNvSpPr txBox="1">
            <a:spLocks noGrp="1"/>
          </p:cNvSpPr>
          <p:nvPr>
            <p:ph type="body" idx="1"/>
          </p:nvPr>
        </p:nvSpPr>
        <p:spPr>
          <a:xfrm>
            <a:off x="233850" y="3127075"/>
            <a:ext cx="2920800" cy="1313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13" name="Google Shape;113;p18"/>
          <p:cNvSpPr txBox="1">
            <a:spLocks noGrp="1"/>
          </p:cNvSpPr>
          <p:nvPr>
            <p:ph type="subTitle" idx="5"/>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14" name="Google Shape;114;p18"/>
          <p:cNvSpPr txBox="1">
            <a:spLocks noGrp="1"/>
          </p:cNvSpPr>
          <p:nvPr>
            <p:ph type="subTitle" idx="6"/>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15" name="Google Shape;115;p18"/>
          <p:cNvSpPr txBox="1">
            <a:spLocks noGrp="1"/>
          </p:cNvSpPr>
          <p:nvPr>
            <p:ph type="subTitle" idx="7"/>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16" name="Google Shape;116;p18"/>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7" name="Google Shape;117;p18"/>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8" name="Google Shape;118;p18"/>
          <p:cNvSpPr txBox="1">
            <a:spLocks noGrp="1"/>
          </p:cNvSpPr>
          <p:nvPr>
            <p:ph type="subTitle" idx="8"/>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cxnSp>
        <p:nvCxnSpPr>
          <p:cNvPr id="119" name="Google Shape;119;p18"/>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Agenda ALT 1">
  <p:cSld name="BLANK_1_1_1_1_2">
    <p:spTree>
      <p:nvGrpSpPr>
        <p:cNvPr id="1" name="Shape 120"/>
        <p:cNvGrpSpPr/>
        <p:nvPr/>
      </p:nvGrpSpPr>
      <p:grpSpPr>
        <a:xfrm>
          <a:off x="0" y="0"/>
          <a:ext cx="0" cy="0"/>
          <a:chOff x="0" y="0"/>
          <a:chExt cx="0" cy="0"/>
        </a:xfrm>
      </p:grpSpPr>
      <p:pic>
        <p:nvPicPr>
          <p:cNvPr id="121" name="Google Shape;121;p19"/>
          <p:cNvPicPr preferRelativeResize="0"/>
          <p:nvPr/>
        </p:nvPicPr>
        <p:blipFill rotWithShape="1">
          <a:blip r:embed="rId2">
            <a:alphaModFix amt="60000"/>
          </a:blip>
          <a:srcRect r="15469" b="14588"/>
          <a:stretch/>
        </p:blipFill>
        <p:spPr>
          <a:xfrm>
            <a:off x="25" y="1172500"/>
            <a:ext cx="5181349" cy="3493250"/>
          </a:xfrm>
          <a:prstGeom prst="rect">
            <a:avLst/>
          </a:prstGeom>
          <a:noFill/>
          <a:ln>
            <a:noFill/>
          </a:ln>
        </p:spPr>
      </p:pic>
      <p:sp>
        <p:nvSpPr>
          <p:cNvPr id="122" name="Google Shape;122;p19"/>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23" name="Google Shape;123;p19"/>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24" name="Google Shape;124;p19"/>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25" name="Google Shape;125;p19"/>
          <p:cNvSpPr txBox="1">
            <a:spLocks noGrp="1"/>
          </p:cNvSpPr>
          <p:nvPr>
            <p:ph type="title"/>
          </p:nvPr>
        </p:nvSpPr>
        <p:spPr>
          <a:xfrm>
            <a:off x="277500" y="228600"/>
            <a:ext cx="39045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cxnSp>
        <p:nvCxnSpPr>
          <p:cNvPr id="126" name="Google Shape;126;p19"/>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127" name="Google Shape;127;p19"/>
          <p:cNvSpPr txBox="1">
            <a:spLocks noGrp="1"/>
          </p:cNvSpPr>
          <p:nvPr>
            <p:ph type="subTitle" idx="4"/>
          </p:nvPr>
        </p:nvSpPr>
        <p:spPr>
          <a:xfrm>
            <a:off x="4744575" y="387150"/>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28" name="Google Shape;128;p19"/>
          <p:cNvSpPr txBox="1">
            <a:spLocks noGrp="1"/>
          </p:cNvSpPr>
          <p:nvPr>
            <p:ph type="subTitle" idx="5"/>
          </p:nvPr>
        </p:nvSpPr>
        <p:spPr>
          <a:xfrm>
            <a:off x="4744575" y="1066588"/>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29" name="Google Shape;129;p19"/>
          <p:cNvSpPr txBox="1">
            <a:spLocks noGrp="1"/>
          </p:cNvSpPr>
          <p:nvPr>
            <p:ph type="subTitle" idx="6"/>
          </p:nvPr>
        </p:nvSpPr>
        <p:spPr>
          <a:xfrm>
            <a:off x="4744575" y="1742700"/>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30" name="Google Shape;130;p19"/>
          <p:cNvSpPr txBox="1">
            <a:spLocks noGrp="1"/>
          </p:cNvSpPr>
          <p:nvPr>
            <p:ph type="subTitle" idx="7"/>
          </p:nvPr>
        </p:nvSpPr>
        <p:spPr>
          <a:xfrm>
            <a:off x="4744575" y="2420513"/>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31" name="Google Shape;131;p19"/>
          <p:cNvSpPr txBox="1">
            <a:spLocks noGrp="1"/>
          </p:cNvSpPr>
          <p:nvPr>
            <p:ph type="subTitle" idx="8"/>
          </p:nvPr>
        </p:nvSpPr>
        <p:spPr>
          <a:xfrm>
            <a:off x="4744575" y="3098275"/>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32" name="Google Shape;132;p19"/>
          <p:cNvSpPr txBox="1">
            <a:spLocks noGrp="1"/>
          </p:cNvSpPr>
          <p:nvPr>
            <p:ph type="subTitle" idx="9"/>
          </p:nvPr>
        </p:nvSpPr>
        <p:spPr>
          <a:xfrm>
            <a:off x="4744575" y="3776075"/>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33" name="Google Shape;133;p19"/>
          <p:cNvSpPr txBox="1">
            <a:spLocks noGrp="1"/>
          </p:cNvSpPr>
          <p:nvPr>
            <p:ph type="subTitle" idx="13"/>
          </p:nvPr>
        </p:nvSpPr>
        <p:spPr>
          <a:xfrm>
            <a:off x="5067075" y="387150"/>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4" name="Google Shape;134;p19"/>
          <p:cNvSpPr txBox="1">
            <a:spLocks noGrp="1"/>
          </p:cNvSpPr>
          <p:nvPr>
            <p:ph type="subTitle" idx="14"/>
          </p:nvPr>
        </p:nvSpPr>
        <p:spPr>
          <a:xfrm>
            <a:off x="5067075" y="1061588"/>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5" name="Google Shape;135;p19"/>
          <p:cNvSpPr txBox="1">
            <a:spLocks noGrp="1"/>
          </p:cNvSpPr>
          <p:nvPr>
            <p:ph type="subTitle" idx="15"/>
          </p:nvPr>
        </p:nvSpPr>
        <p:spPr>
          <a:xfrm>
            <a:off x="5067075" y="1739350"/>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6" name="Google Shape;136;p19"/>
          <p:cNvSpPr txBox="1">
            <a:spLocks noGrp="1"/>
          </p:cNvSpPr>
          <p:nvPr>
            <p:ph type="subTitle" idx="16"/>
          </p:nvPr>
        </p:nvSpPr>
        <p:spPr>
          <a:xfrm>
            <a:off x="5067075" y="2424100"/>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7" name="Google Shape;137;p19"/>
          <p:cNvSpPr txBox="1">
            <a:spLocks noGrp="1"/>
          </p:cNvSpPr>
          <p:nvPr>
            <p:ph type="subTitle" idx="17"/>
          </p:nvPr>
        </p:nvSpPr>
        <p:spPr>
          <a:xfrm>
            <a:off x="5067075" y="3094938"/>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8" name="Google Shape;138;p19"/>
          <p:cNvSpPr txBox="1">
            <a:spLocks noGrp="1"/>
          </p:cNvSpPr>
          <p:nvPr>
            <p:ph type="subTitle" idx="18"/>
          </p:nvPr>
        </p:nvSpPr>
        <p:spPr>
          <a:xfrm>
            <a:off x="5067075" y="3765788"/>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9" name="Google Shape;139;p19"/>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40" name="Google Shape;140;p19"/>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images">
  <p:cSld name="BLANK_1_1_1_1_2_1">
    <p:spTree>
      <p:nvGrpSpPr>
        <p:cNvPr id="1" name="Shape 141"/>
        <p:cNvGrpSpPr/>
        <p:nvPr/>
      </p:nvGrpSpPr>
      <p:grpSpPr>
        <a:xfrm>
          <a:off x="0" y="0"/>
          <a:ext cx="0" cy="0"/>
          <a:chOff x="0" y="0"/>
          <a:chExt cx="0" cy="0"/>
        </a:xfrm>
      </p:grpSpPr>
      <p:sp>
        <p:nvSpPr>
          <p:cNvPr id="142" name="Google Shape;142;p20"/>
          <p:cNvSpPr>
            <a:spLocks noGrp="1"/>
          </p:cNvSpPr>
          <p:nvPr>
            <p:ph type="pic" idx="2"/>
          </p:nvPr>
        </p:nvSpPr>
        <p:spPr>
          <a:xfrm>
            <a:off x="4618950" y="228600"/>
            <a:ext cx="1370400" cy="1357500"/>
          </a:xfrm>
          <a:prstGeom prst="roundRect">
            <a:avLst>
              <a:gd name="adj" fmla="val 16935"/>
            </a:avLst>
          </a:prstGeom>
          <a:noFill/>
          <a:ln>
            <a:noFill/>
          </a:ln>
        </p:spPr>
      </p:sp>
      <p:sp>
        <p:nvSpPr>
          <p:cNvPr id="143" name="Google Shape;143;p20"/>
          <p:cNvSpPr txBox="1">
            <a:spLocks noGrp="1"/>
          </p:cNvSpPr>
          <p:nvPr>
            <p:ph type="subTitle" idx="1"/>
          </p:nvPr>
        </p:nvSpPr>
        <p:spPr>
          <a:xfrm>
            <a:off x="4619000" y="1702322"/>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44" name="Google Shape;144;p20"/>
          <p:cNvSpPr txBox="1">
            <a:spLocks noGrp="1"/>
          </p:cNvSpPr>
          <p:nvPr>
            <p:ph type="subTitle" idx="3"/>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45" name="Google Shape;145;p20"/>
          <p:cNvSpPr txBox="1">
            <a:spLocks noGrp="1"/>
          </p:cNvSpPr>
          <p:nvPr>
            <p:ph type="subTitle" idx="4"/>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46" name="Google Shape;146;p20"/>
          <p:cNvSpPr txBox="1">
            <a:spLocks noGrp="1"/>
          </p:cNvSpPr>
          <p:nvPr>
            <p:ph type="subTitle" idx="5"/>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47" name="Google Shape;147;p20"/>
          <p:cNvSpPr txBox="1">
            <a:spLocks noGrp="1"/>
          </p:cNvSpPr>
          <p:nvPr>
            <p:ph type="title"/>
          </p:nvPr>
        </p:nvSpPr>
        <p:spPr>
          <a:xfrm>
            <a:off x="228600" y="234750"/>
            <a:ext cx="39045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148" name="Google Shape;148;p20"/>
          <p:cNvSpPr txBox="1">
            <a:spLocks noGrp="1"/>
          </p:cNvSpPr>
          <p:nvPr>
            <p:ph type="subTitle" idx="6"/>
          </p:nvPr>
        </p:nvSpPr>
        <p:spPr>
          <a:xfrm>
            <a:off x="4619000" y="1880160"/>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49" name="Google Shape;149;p20"/>
          <p:cNvSpPr>
            <a:spLocks noGrp="1"/>
          </p:cNvSpPr>
          <p:nvPr>
            <p:ph type="pic" idx="7"/>
          </p:nvPr>
        </p:nvSpPr>
        <p:spPr>
          <a:xfrm>
            <a:off x="6080700" y="228600"/>
            <a:ext cx="1370400" cy="1357500"/>
          </a:xfrm>
          <a:prstGeom prst="roundRect">
            <a:avLst>
              <a:gd name="adj" fmla="val 16935"/>
            </a:avLst>
          </a:prstGeom>
          <a:noFill/>
          <a:ln>
            <a:noFill/>
          </a:ln>
        </p:spPr>
      </p:sp>
      <p:sp>
        <p:nvSpPr>
          <p:cNvPr id="150" name="Google Shape;150;p20"/>
          <p:cNvSpPr txBox="1">
            <a:spLocks noGrp="1"/>
          </p:cNvSpPr>
          <p:nvPr>
            <p:ph type="subTitle" idx="8"/>
          </p:nvPr>
        </p:nvSpPr>
        <p:spPr>
          <a:xfrm>
            <a:off x="6080750" y="1702321"/>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51" name="Google Shape;151;p20"/>
          <p:cNvSpPr txBox="1">
            <a:spLocks noGrp="1"/>
          </p:cNvSpPr>
          <p:nvPr>
            <p:ph type="subTitle" idx="9"/>
          </p:nvPr>
        </p:nvSpPr>
        <p:spPr>
          <a:xfrm>
            <a:off x="6080750" y="1880160"/>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52" name="Google Shape;152;p20"/>
          <p:cNvSpPr>
            <a:spLocks noGrp="1"/>
          </p:cNvSpPr>
          <p:nvPr>
            <p:ph type="pic" idx="13"/>
          </p:nvPr>
        </p:nvSpPr>
        <p:spPr>
          <a:xfrm>
            <a:off x="7542450" y="228600"/>
            <a:ext cx="1370400" cy="1357500"/>
          </a:xfrm>
          <a:prstGeom prst="roundRect">
            <a:avLst>
              <a:gd name="adj" fmla="val 16935"/>
            </a:avLst>
          </a:prstGeom>
          <a:noFill/>
          <a:ln>
            <a:noFill/>
          </a:ln>
        </p:spPr>
      </p:sp>
      <p:sp>
        <p:nvSpPr>
          <p:cNvPr id="153" name="Google Shape;153;p20"/>
          <p:cNvSpPr txBox="1">
            <a:spLocks noGrp="1"/>
          </p:cNvSpPr>
          <p:nvPr>
            <p:ph type="subTitle" idx="14"/>
          </p:nvPr>
        </p:nvSpPr>
        <p:spPr>
          <a:xfrm>
            <a:off x="7542500" y="1702321"/>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54" name="Google Shape;154;p20"/>
          <p:cNvSpPr txBox="1">
            <a:spLocks noGrp="1"/>
          </p:cNvSpPr>
          <p:nvPr>
            <p:ph type="subTitle" idx="15"/>
          </p:nvPr>
        </p:nvSpPr>
        <p:spPr>
          <a:xfrm>
            <a:off x="7542500" y="1880160"/>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55" name="Google Shape;155;p20"/>
          <p:cNvSpPr>
            <a:spLocks noGrp="1"/>
          </p:cNvSpPr>
          <p:nvPr>
            <p:ph type="pic" idx="16"/>
          </p:nvPr>
        </p:nvSpPr>
        <p:spPr>
          <a:xfrm>
            <a:off x="4618950" y="2295725"/>
            <a:ext cx="1370400" cy="1357500"/>
          </a:xfrm>
          <a:prstGeom prst="roundRect">
            <a:avLst>
              <a:gd name="adj" fmla="val 16935"/>
            </a:avLst>
          </a:prstGeom>
          <a:noFill/>
          <a:ln>
            <a:noFill/>
          </a:ln>
        </p:spPr>
      </p:sp>
      <p:sp>
        <p:nvSpPr>
          <p:cNvPr id="156" name="Google Shape;156;p20"/>
          <p:cNvSpPr txBox="1">
            <a:spLocks noGrp="1"/>
          </p:cNvSpPr>
          <p:nvPr>
            <p:ph type="subTitle" idx="17"/>
          </p:nvPr>
        </p:nvSpPr>
        <p:spPr>
          <a:xfrm>
            <a:off x="4619000" y="3769446"/>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57" name="Google Shape;157;p20"/>
          <p:cNvSpPr txBox="1">
            <a:spLocks noGrp="1"/>
          </p:cNvSpPr>
          <p:nvPr>
            <p:ph type="subTitle" idx="18"/>
          </p:nvPr>
        </p:nvSpPr>
        <p:spPr>
          <a:xfrm>
            <a:off x="4619000" y="3947285"/>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58" name="Google Shape;158;p20"/>
          <p:cNvSpPr>
            <a:spLocks noGrp="1"/>
          </p:cNvSpPr>
          <p:nvPr>
            <p:ph type="pic" idx="19"/>
          </p:nvPr>
        </p:nvSpPr>
        <p:spPr>
          <a:xfrm>
            <a:off x="6080700" y="2295725"/>
            <a:ext cx="1370400" cy="1357500"/>
          </a:xfrm>
          <a:prstGeom prst="roundRect">
            <a:avLst>
              <a:gd name="adj" fmla="val 16935"/>
            </a:avLst>
          </a:prstGeom>
          <a:noFill/>
          <a:ln>
            <a:noFill/>
          </a:ln>
        </p:spPr>
      </p:sp>
      <p:sp>
        <p:nvSpPr>
          <p:cNvPr id="159" name="Google Shape;159;p20"/>
          <p:cNvSpPr txBox="1">
            <a:spLocks noGrp="1"/>
          </p:cNvSpPr>
          <p:nvPr>
            <p:ph type="subTitle" idx="20"/>
          </p:nvPr>
        </p:nvSpPr>
        <p:spPr>
          <a:xfrm>
            <a:off x="6080750" y="3769447"/>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60" name="Google Shape;160;p20"/>
          <p:cNvSpPr txBox="1">
            <a:spLocks noGrp="1"/>
          </p:cNvSpPr>
          <p:nvPr>
            <p:ph type="subTitle" idx="21"/>
          </p:nvPr>
        </p:nvSpPr>
        <p:spPr>
          <a:xfrm>
            <a:off x="6080750" y="3947285"/>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61" name="Google Shape;161;p20"/>
          <p:cNvSpPr>
            <a:spLocks noGrp="1"/>
          </p:cNvSpPr>
          <p:nvPr>
            <p:ph type="pic" idx="22"/>
          </p:nvPr>
        </p:nvSpPr>
        <p:spPr>
          <a:xfrm>
            <a:off x="7542450" y="2295725"/>
            <a:ext cx="1370400" cy="1357500"/>
          </a:xfrm>
          <a:prstGeom prst="roundRect">
            <a:avLst>
              <a:gd name="adj" fmla="val 16935"/>
            </a:avLst>
          </a:prstGeom>
          <a:noFill/>
          <a:ln>
            <a:noFill/>
          </a:ln>
        </p:spPr>
      </p:sp>
      <p:sp>
        <p:nvSpPr>
          <p:cNvPr id="162" name="Google Shape;162;p20"/>
          <p:cNvSpPr txBox="1">
            <a:spLocks noGrp="1"/>
          </p:cNvSpPr>
          <p:nvPr>
            <p:ph type="subTitle" idx="23"/>
          </p:nvPr>
        </p:nvSpPr>
        <p:spPr>
          <a:xfrm>
            <a:off x="7542500" y="3769446"/>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63" name="Google Shape;163;p20"/>
          <p:cNvSpPr txBox="1">
            <a:spLocks noGrp="1"/>
          </p:cNvSpPr>
          <p:nvPr>
            <p:ph type="subTitle" idx="24"/>
          </p:nvPr>
        </p:nvSpPr>
        <p:spPr>
          <a:xfrm>
            <a:off x="7542500" y="3947285"/>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cxnSp>
        <p:nvCxnSpPr>
          <p:cNvPr id="164" name="Google Shape;164;p20"/>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165" name="Google Shape;165;p20"/>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66" name="Google Shape;166;p20"/>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ALT 2">
  <p:cSld name="BLANK_1_1_1_1_1_1">
    <p:spTree>
      <p:nvGrpSpPr>
        <p:cNvPr id="1" name="Shape 167"/>
        <p:cNvGrpSpPr/>
        <p:nvPr/>
      </p:nvGrpSpPr>
      <p:grpSpPr>
        <a:xfrm>
          <a:off x="0" y="0"/>
          <a:ext cx="0" cy="0"/>
          <a:chOff x="0" y="0"/>
          <a:chExt cx="0" cy="0"/>
        </a:xfrm>
      </p:grpSpPr>
      <p:sp>
        <p:nvSpPr>
          <p:cNvPr id="168" name="Google Shape;168;p21"/>
          <p:cNvSpPr>
            <a:spLocks noGrp="1"/>
          </p:cNvSpPr>
          <p:nvPr>
            <p:ph type="pic" idx="2"/>
          </p:nvPr>
        </p:nvSpPr>
        <p:spPr>
          <a:xfrm>
            <a:off x="9425" y="-3075"/>
            <a:ext cx="9144000" cy="4641000"/>
          </a:xfrm>
          <a:prstGeom prst="rect">
            <a:avLst/>
          </a:prstGeom>
          <a:noFill/>
          <a:ln>
            <a:noFill/>
          </a:ln>
        </p:spPr>
      </p:sp>
      <p:sp>
        <p:nvSpPr>
          <p:cNvPr id="169" name="Google Shape;169;p21"/>
          <p:cNvSpPr txBox="1">
            <a:spLocks noGrp="1"/>
          </p:cNvSpPr>
          <p:nvPr>
            <p:ph type="title"/>
          </p:nvPr>
        </p:nvSpPr>
        <p:spPr>
          <a:xfrm>
            <a:off x="234125" y="3337800"/>
            <a:ext cx="8574600" cy="1114800"/>
          </a:xfrm>
          <a:prstGeom prst="rect">
            <a:avLst/>
          </a:prstGeom>
        </p:spPr>
        <p:txBody>
          <a:bodyPr spcFirstLastPara="1" wrap="square" lIns="0" tIns="0" rIns="0" bIns="0" anchor="b" anchorCtr="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a:endParaRPr/>
          </a:p>
        </p:txBody>
      </p:sp>
      <p:sp>
        <p:nvSpPr>
          <p:cNvPr id="170" name="Google Shape;170;p21"/>
          <p:cNvSpPr txBox="1">
            <a:spLocks noGrp="1"/>
          </p:cNvSpPr>
          <p:nvPr>
            <p:ph type="subTitle" idx="1"/>
          </p:nvPr>
        </p:nvSpPr>
        <p:spPr>
          <a:xfrm>
            <a:off x="228600" y="228600"/>
            <a:ext cx="28701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171" name="Google Shape;171;p21"/>
          <p:cNvSpPr txBox="1">
            <a:spLocks noGrp="1"/>
          </p:cNvSpPr>
          <p:nvPr>
            <p:ph type="subTitle" idx="3"/>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72" name="Google Shape;172;p21"/>
          <p:cNvSpPr txBox="1">
            <a:spLocks noGrp="1"/>
          </p:cNvSpPr>
          <p:nvPr>
            <p:ph type="subTitle" idx="4"/>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73" name="Google Shape;173;p21"/>
          <p:cNvSpPr txBox="1">
            <a:spLocks noGrp="1"/>
          </p:cNvSpPr>
          <p:nvPr>
            <p:ph type="subTitle" idx="5"/>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174" name="Google Shape;174;p21"/>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175" name="Google Shape;175;p21"/>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76" name="Google Shape;176;p21"/>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rds w/ images">
  <p:cSld name="BLANK_1_1_1_1_1_1_1_1_1_1_3">
    <p:spTree>
      <p:nvGrpSpPr>
        <p:cNvPr id="1" name="Shape 177"/>
        <p:cNvGrpSpPr/>
        <p:nvPr/>
      </p:nvGrpSpPr>
      <p:grpSpPr>
        <a:xfrm>
          <a:off x="0" y="0"/>
          <a:ext cx="0" cy="0"/>
          <a:chOff x="0" y="0"/>
          <a:chExt cx="0" cy="0"/>
        </a:xfrm>
      </p:grpSpPr>
      <p:sp>
        <p:nvSpPr>
          <p:cNvPr id="178" name="Google Shape;178;p22"/>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79" name="Google Shape;179;p22"/>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80" name="Google Shape;180;p22"/>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grpSp>
        <p:nvGrpSpPr>
          <p:cNvPr id="181" name="Google Shape;181;p22"/>
          <p:cNvGrpSpPr/>
          <p:nvPr/>
        </p:nvGrpSpPr>
        <p:grpSpPr>
          <a:xfrm rot="5400000">
            <a:off x="8691475" y="228504"/>
            <a:ext cx="228589" cy="228623"/>
            <a:chOff x="1688332" y="4135245"/>
            <a:chExt cx="338700" cy="338700"/>
          </a:xfrm>
        </p:grpSpPr>
        <p:sp>
          <p:nvSpPr>
            <p:cNvPr id="182" name="Google Shape;182;p22"/>
            <p:cNvSpPr/>
            <p:nvPr/>
          </p:nvSpPr>
          <p:spPr>
            <a:xfrm rot="-5400000">
              <a:off x="1688332" y="4135245"/>
              <a:ext cx="338700" cy="338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grpSp>
          <p:nvGrpSpPr>
            <p:cNvPr id="183" name="Google Shape;183;p22"/>
            <p:cNvGrpSpPr/>
            <p:nvPr/>
          </p:nvGrpSpPr>
          <p:grpSpPr>
            <a:xfrm rot="-5400000">
              <a:off x="1787014" y="4262191"/>
              <a:ext cx="169598" cy="84809"/>
              <a:chOff x="498725" y="2069800"/>
              <a:chExt cx="205200" cy="102600"/>
            </a:xfrm>
          </p:grpSpPr>
          <p:cxnSp>
            <p:nvCxnSpPr>
              <p:cNvPr id="184" name="Google Shape;184;p22"/>
              <p:cNvCxnSpPr/>
              <p:nvPr/>
            </p:nvCxnSpPr>
            <p:spPr>
              <a:xfrm>
                <a:off x="498725" y="2069800"/>
                <a:ext cx="102600" cy="102600"/>
              </a:xfrm>
              <a:prstGeom prst="straightConnector1">
                <a:avLst/>
              </a:prstGeom>
              <a:noFill/>
              <a:ln w="9525" cap="flat" cmpd="sng">
                <a:solidFill>
                  <a:schemeClr val="dk1"/>
                </a:solidFill>
                <a:prstDash val="solid"/>
                <a:round/>
                <a:headEnd type="none" w="med" len="med"/>
                <a:tailEnd type="none" w="med" len="med"/>
              </a:ln>
            </p:spPr>
          </p:cxnSp>
          <p:cxnSp>
            <p:nvCxnSpPr>
              <p:cNvPr id="185" name="Google Shape;185;p22"/>
              <p:cNvCxnSpPr/>
              <p:nvPr/>
            </p:nvCxnSpPr>
            <p:spPr>
              <a:xfrm flipH="1">
                <a:off x="601325" y="2069800"/>
                <a:ext cx="102600" cy="102600"/>
              </a:xfrm>
              <a:prstGeom prst="straightConnector1">
                <a:avLst/>
              </a:prstGeom>
              <a:noFill/>
              <a:ln w="9525" cap="flat" cmpd="sng">
                <a:solidFill>
                  <a:schemeClr val="dk1"/>
                </a:solidFill>
                <a:prstDash val="solid"/>
                <a:round/>
                <a:headEnd type="none" w="med" len="med"/>
                <a:tailEnd type="none" w="med" len="med"/>
              </a:ln>
            </p:spPr>
          </p:cxnSp>
        </p:grpSp>
      </p:grpSp>
      <p:sp>
        <p:nvSpPr>
          <p:cNvPr id="186" name="Google Shape;186;p22"/>
          <p:cNvSpPr>
            <a:spLocks noGrp="1"/>
          </p:cNvSpPr>
          <p:nvPr>
            <p:ph type="pic" idx="4"/>
          </p:nvPr>
        </p:nvSpPr>
        <p:spPr>
          <a:xfrm>
            <a:off x="426700" y="1896600"/>
            <a:ext cx="665400" cy="685500"/>
          </a:xfrm>
          <a:prstGeom prst="roundRect">
            <a:avLst>
              <a:gd name="adj" fmla="val 17601"/>
            </a:avLst>
          </a:prstGeom>
          <a:noFill/>
          <a:ln>
            <a:noFill/>
          </a:ln>
        </p:spPr>
      </p:sp>
      <p:sp>
        <p:nvSpPr>
          <p:cNvPr id="187" name="Google Shape;187;p22"/>
          <p:cNvSpPr txBox="1">
            <a:spLocks noGrp="1"/>
          </p:cNvSpPr>
          <p:nvPr>
            <p:ph type="subTitle" idx="5"/>
          </p:nvPr>
        </p:nvSpPr>
        <p:spPr>
          <a:xfrm>
            <a:off x="426700" y="2708802"/>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88" name="Google Shape;188;p22"/>
          <p:cNvSpPr txBox="1">
            <a:spLocks noGrp="1"/>
          </p:cNvSpPr>
          <p:nvPr>
            <p:ph type="subTitle" idx="6"/>
          </p:nvPr>
        </p:nvSpPr>
        <p:spPr>
          <a:xfrm>
            <a:off x="426700" y="2936076"/>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89" name="Google Shape;189;p22"/>
          <p:cNvSpPr txBox="1">
            <a:spLocks noGrp="1"/>
          </p:cNvSpPr>
          <p:nvPr>
            <p:ph type="body" idx="7"/>
          </p:nvPr>
        </p:nvSpPr>
        <p:spPr>
          <a:xfrm>
            <a:off x="426700" y="3251425"/>
            <a:ext cx="17619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90" name="Google Shape;190;p22"/>
          <p:cNvSpPr>
            <a:spLocks noGrp="1"/>
          </p:cNvSpPr>
          <p:nvPr>
            <p:ph type="pic" idx="8"/>
          </p:nvPr>
        </p:nvSpPr>
        <p:spPr>
          <a:xfrm>
            <a:off x="2621800" y="1896600"/>
            <a:ext cx="665400" cy="685500"/>
          </a:xfrm>
          <a:prstGeom prst="roundRect">
            <a:avLst>
              <a:gd name="adj" fmla="val 17601"/>
            </a:avLst>
          </a:prstGeom>
          <a:noFill/>
          <a:ln>
            <a:noFill/>
          </a:ln>
        </p:spPr>
      </p:sp>
      <p:sp>
        <p:nvSpPr>
          <p:cNvPr id="191" name="Google Shape;191;p22"/>
          <p:cNvSpPr txBox="1">
            <a:spLocks noGrp="1"/>
          </p:cNvSpPr>
          <p:nvPr>
            <p:ph type="subTitle" idx="9"/>
          </p:nvPr>
        </p:nvSpPr>
        <p:spPr>
          <a:xfrm>
            <a:off x="2621800" y="2708807"/>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92" name="Google Shape;192;p22"/>
          <p:cNvSpPr txBox="1">
            <a:spLocks noGrp="1"/>
          </p:cNvSpPr>
          <p:nvPr>
            <p:ph type="subTitle" idx="13"/>
          </p:nvPr>
        </p:nvSpPr>
        <p:spPr>
          <a:xfrm>
            <a:off x="2621800" y="2936075"/>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93" name="Google Shape;193;p22"/>
          <p:cNvSpPr txBox="1">
            <a:spLocks noGrp="1"/>
          </p:cNvSpPr>
          <p:nvPr>
            <p:ph type="body" idx="14"/>
          </p:nvPr>
        </p:nvSpPr>
        <p:spPr>
          <a:xfrm>
            <a:off x="2621800" y="3251425"/>
            <a:ext cx="17058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94" name="Google Shape;194;p22"/>
          <p:cNvSpPr>
            <a:spLocks noGrp="1"/>
          </p:cNvSpPr>
          <p:nvPr>
            <p:ph type="pic" idx="15"/>
          </p:nvPr>
        </p:nvSpPr>
        <p:spPr>
          <a:xfrm>
            <a:off x="4816900" y="1896600"/>
            <a:ext cx="665400" cy="685500"/>
          </a:xfrm>
          <a:prstGeom prst="roundRect">
            <a:avLst>
              <a:gd name="adj" fmla="val 17601"/>
            </a:avLst>
          </a:prstGeom>
          <a:noFill/>
          <a:ln>
            <a:noFill/>
          </a:ln>
        </p:spPr>
      </p:sp>
      <p:sp>
        <p:nvSpPr>
          <p:cNvPr id="195" name="Google Shape;195;p22"/>
          <p:cNvSpPr txBox="1">
            <a:spLocks noGrp="1"/>
          </p:cNvSpPr>
          <p:nvPr>
            <p:ph type="subTitle" idx="16"/>
          </p:nvPr>
        </p:nvSpPr>
        <p:spPr>
          <a:xfrm>
            <a:off x="4816900" y="2708808"/>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96" name="Google Shape;196;p22"/>
          <p:cNvSpPr txBox="1">
            <a:spLocks noGrp="1"/>
          </p:cNvSpPr>
          <p:nvPr>
            <p:ph type="subTitle" idx="17"/>
          </p:nvPr>
        </p:nvSpPr>
        <p:spPr>
          <a:xfrm>
            <a:off x="4816900" y="2936076"/>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97" name="Google Shape;197;p22"/>
          <p:cNvSpPr txBox="1">
            <a:spLocks noGrp="1"/>
          </p:cNvSpPr>
          <p:nvPr>
            <p:ph type="body" idx="18"/>
          </p:nvPr>
        </p:nvSpPr>
        <p:spPr>
          <a:xfrm>
            <a:off x="4817025" y="3251425"/>
            <a:ext cx="17619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98" name="Google Shape;198;p22"/>
          <p:cNvSpPr>
            <a:spLocks noGrp="1"/>
          </p:cNvSpPr>
          <p:nvPr>
            <p:ph type="pic" idx="19"/>
          </p:nvPr>
        </p:nvSpPr>
        <p:spPr>
          <a:xfrm>
            <a:off x="7012000" y="1896600"/>
            <a:ext cx="665400" cy="685500"/>
          </a:xfrm>
          <a:prstGeom prst="roundRect">
            <a:avLst>
              <a:gd name="adj" fmla="val 17601"/>
            </a:avLst>
          </a:prstGeom>
          <a:noFill/>
          <a:ln>
            <a:noFill/>
          </a:ln>
        </p:spPr>
      </p:sp>
      <p:sp>
        <p:nvSpPr>
          <p:cNvPr id="199" name="Google Shape;199;p22"/>
          <p:cNvSpPr txBox="1">
            <a:spLocks noGrp="1"/>
          </p:cNvSpPr>
          <p:nvPr>
            <p:ph type="subTitle" idx="20"/>
          </p:nvPr>
        </p:nvSpPr>
        <p:spPr>
          <a:xfrm>
            <a:off x="7012000" y="2708807"/>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200" name="Google Shape;200;p22"/>
          <p:cNvSpPr txBox="1">
            <a:spLocks noGrp="1"/>
          </p:cNvSpPr>
          <p:nvPr>
            <p:ph type="subTitle" idx="21"/>
          </p:nvPr>
        </p:nvSpPr>
        <p:spPr>
          <a:xfrm>
            <a:off x="7012000" y="2936076"/>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201" name="Google Shape;201;p22"/>
          <p:cNvSpPr txBox="1">
            <a:spLocks noGrp="1"/>
          </p:cNvSpPr>
          <p:nvPr>
            <p:ph type="body" idx="22"/>
          </p:nvPr>
        </p:nvSpPr>
        <p:spPr>
          <a:xfrm>
            <a:off x="7012000" y="3251425"/>
            <a:ext cx="17619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cxnSp>
        <p:nvCxnSpPr>
          <p:cNvPr id="202" name="Google Shape;202;p22"/>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03" name="Google Shape;203;p22"/>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04" name="Google Shape;204;p22"/>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hort big title and body">
  <p:cSld name="BLANK_1_1_1_1_1_1_1_1_1_1_2">
    <p:spTree>
      <p:nvGrpSpPr>
        <p:cNvPr id="1" name="Shape 205"/>
        <p:cNvGrpSpPr/>
        <p:nvPr/>
      </p:nvGrpSpPr>
      <p:grpSpPr>
        <a:xfrm>
          <a:off x="0" y="0"/>
          <a:ext cx="0" cy="0"/>
          <a:chOff x="0" y="0"/>
          <a:chExt cx="0" cy="0"/>
        </a:xfrm>
      </p:grpSpPr>
      <p:pic>
        <p:nvPicPr>
          <p:cNvPr id="206" name="Google Shape;206;p23" descr="Oval black shapes against a shadowy background. "/>
          <p:cNvPicPr preferRelativeResize="0"/>
          <p:nvPr/>
        </p:nvPicPr>
        <p:blipFill rotWithShape="1">
          <a:blip r:embed="rId2">
            <a:alphaModFix/>
          </a:blip>
          <a:srcRect l="17240" t="34" r="25038" b="42245"/>
          <a:stretch/>
        </p:blipFill>
        <p:spPr>
          <a:xfrm>
            <a:off x="0" y="-289"/>
            <a:ext cx="9144000" cy="5144100"/>
          </a:xfrm>
          <a:prstGeom prst="roundRect">
            <a:avLst>
              <a:gd name="adj" fmla="val 0"/>
            </a:avLst>
          </a:prstGeom>
          <a:noFill/>
          <a:ln w="9525" cap="flat" cmpd="sng">
            <a:solidFill>
              <a:schemeClr val="accent1"/>
            </a:solidFill>
            <a:prstDash val="solid"/>
            <a:round/>
            <a:headEnd type="none" w="sm" len="sm"/>
            <a:tailEnd type="none" w="sm" len="sm"/>
          </a:ln>
        </p:spPr>
      </p:pic>
      <p:sp>
        <p:nvSpPr>
          <p:cNvPr id="207" name="Google Shape;207;p23"/>
          <p:cNvSpPr txBox="1">
            <a:spLocks noGrp="1"/>
          </p:cNvSpPr>
          <p:nvPr>
            <p:ph type="subTitle" idx="1"/>
          </p:nvPr>
        </p:nvSpPr>
        <p:spPr>
          <a:xfrm>
            <a:off x="4314775" y="3818375"/>
            <a:ext cx="4230600" cy="4527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208" name="Google Shape;208;p23"/>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09" name="Google Shape;209;p23"/>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10" name="Google Shape;210;p23"/>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11" name="Google Shape;211;p23"/>
          <p:cNvSpPr txBox="1">
            <a:spLocks noGrp="1"/>
          </p:cNvSpPr>
          <p:nvPr>
            <p:ph type="title"/>
          </p:nvPr>
        </p:nvSpPr>
        <p:spPr>
          <a:xfrm>
            <a:off x="228600" y="290448"/>
            <a:ext cx="3655800" cy="2407500"/>
          </a:xfrm>
          <a:prstGeom prst="rect">
            <a:avLst/>
          </a:prstGeom>
        </p:spPr>
        <p:txBody>
          <a:bodyPr spcFirstLastPara="1" wrap="square" lIns="0" tIns="91425" rIns="91425" bIns="91425" anchor="t" anchorCtr="0">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a:endParaRPr/>
          </a:p>
        </p:txBody>
      </p:sp>
      <p:cxnSp>
        <p:nvCxnSpPr>
          <p:cNvPr id="212" name="Google Shape;212;p23"/>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cxnSp>
        <p:nvCxnSpPr>
          <p:cNvPr id="213" name="Google Shape;213;p23"/>
          <p:cNvCxnSpPr/>
          <p:nvPr/>
        </p:nvCxnSpPr>
        <p:spPr>
          <a:xfrm>
            <a:off x="4159025" y="226100"/>
            <a:ext cx="0" cy="4457700"/>
          </a:xfrm>
          <a:prstGeom prst="straightConnector1">
            <a:avLst/>
          </a:prstGeom>
          <a:noFill/>
          <a:ln w="9525" cap="flat" cmpd="sng">
            <a:solidFill>
              <a:schemeClr val="accent1"/>
            </a:solidFill>
            <a:prstDash val="solid"/>
            <a:round/>
            <a:headEnd type="none" w="med" len="med"/>
            <a:tailEnd type="none" w="med" len="med"/>
          </a:ln>
        </p:spPr>
      </p:cxnSp>
      <p:cxnSp>
        <p:nvCxnSpPr>
          <p:cNvPr id="214" name="Google Shape;214;p23"/>
          <p:cNvCxnSpPr/>
          <p:nvPr/>
        </p:nvCxnSpPr>
        <p:spPr>
          <a:xfrm>
            <a:off x="228600" y="226100"/>
            <a:ext cx="8687100" cy="0"/>
          </a:xfrm>
          <a:prstGeom prst="straightConnector1">
            <a:avLst/>
          </a:prstGeom>
          <a:noFill/>
          <a:ln w="9525" cap="flat" cmpd="sng">
            <a:solidFill>
              <a:schemeClr val="accent1"/>
            </a:solidFill>
            <a:prstDash val="solid"/>
            <a:round/>
            <a:headEnd type="none" w="med" len="med"/>
            <a:tailEnd type="none" w="med" len="med"/>
          </a:ln>
        </p:spPr>
      </p:cxnSp>
      <p:sp>
        <p:nvSpPr>
          <p:cNvPr id="215" name="Google Shape;215;p23"/>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16" name="Google Shape;216;p23"/>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body and image ALT 2">
  <p:cSld name="BLANK_1_1_1_1_1_1_1_1_1_1_1_1_2">
    <p:spTree>
      <p:nvGrpSpPr>
        <p:cNvPr id="1" name="Shape 217"/>
        <p:cNvGrpSpPr/>
        <p:nvPr/>
      </p:nvGrpSpPr>
      <p:grpSpPr>
        <a:xfrm>
          <a:off x="0" y="0"/>
          <a:ext cx="0" cy="0"/>
          <a:chOff x="0" y="0"/>
          <a:chExt cx="0" cy="0"/>
        </a:xfrm>
      </p:grpSpPr>
      <p:sp>
        <p:nvSpPr>
          <p:cNvPr id="218" name="Google Shape;218;p24"/>
          <p:cNvSpPr txBox="1">
            <a:spLocks noGrp="1"/>
          </p:cNvSpPr>
          <p:nvPr>
            <p:ph type="body" idx="1"/>
          </p:nvPr>
        </p:nvSpPr>
        <p:spPr>
          <a:xfrm>
            <a:off x="228600" y="1743625"/>
            <a:ext cx="4296600" cy="2709000"/>
          </a:xfrm>
          <a:prstGeom prst="rect">
            <a:avLst/>
          </a:prstGeom>
        </p:spPr>
        <p:txBody>
          <a:bodyPr spcFirstLastPara="1" wrap="square" lIns="0" tIns="91425" rIns="91425" bIns="91425" anchor="b" anchorCtr="0">
            <a:noAutofit/>
          </a:bodyPr>
          <a:lstStyle>
            <a:lvl1pPr marL="457200" lvl="0" indent="-317500">
              <a:spcBef>
                <a:spcPts val="0"/>
              </a:spcBef>
              <a:spcAft>
                <a:spcPts val="0"/>
              </a:spcAft>
              <a:buSzPts val="1400"/>
              <a:buChar char="●"/>
              <a:defRPr sz="1400"/>
            </a:lvl1pPr>
            <a:lvl2pPr marL="914400" lvl="1" indent="-317500">
              <a:spcBef>
                <a:spcPts val="800"/>
              </a:spcBef>
              <a:spcAft>
                <a:spcPts val="0"/>
              </a:spcAft>
              <a:buSzPts val="1400"/>
              <a:buChar char="○"/>
              <a:defRPr sz="1400"/>
            </a:lvl2pPr>
            <a:lvl3pPr marL="1371600" lvl="2" indent="-317500">
              <a:spcBef>
                <a:spcPts val="800"/>
              </a:spcBef>
              <a:spcAft>
                <a:spcPts val="0"/>
              </a:spcAft>
              <a:buSzPts val="1400"/>
              <a:buChar char="■"/>
              <a:defRPr sz="1400"/>
            </a:lvl3pPr>
            <a:lvl4pPr marL="1828800" lvl="3" indent="-317500">
              <a:spcBef>
                <a:spcPts val="800"/>
              </a:spcBef>
              <a:spcAft>
                <a:spcPts val="0"/>
              </a:spcAft>
              <a:buSzPts val="1400"/>
              <a:buChar char="●"/>
              <a:defRPr sz="1400"/>
            </a:lvl4pPr>
            <a:lvl5pPr marL="2286000" lvl="4" indent="-317500">
              <a:spcBef>
                <a:spcPts val="800"/>
              </a:spcBef>
              <a:spcAft>
                <a:spcPts val="0"/>
              </a:spcAft>
              <a:buSzPts val="1400"/>
              <a:buChar char="○"/>
              <a:defRPr sz="1400"/>
            </a:lvl5pPr>
            <a:lvl6pPr marL="2743200" lvl="5" indent="-317500">
              <a:spcBef>
                <a:spcPts val="800"/>
              </a:spcBef>
              <a:spcAft>
                <a:spcPts val="0"/>
              </a:spcAft>
              <a:buSzPts val="1400"/>
              <a:buChar char="■"/>
              <a:defRPr sz="1400"/>
            </a:lvl6pPr>
            <a:lvl7pPr marL="3200400" lvl="6" indent="-317500">
              <a:spcBef>
                <a:spcPts val="800"/>
              </a:spcBef>
              <a:spcAft>
                <a:spcPts val="0"/>
              </a:spcAft>
              <a:buSzPts val="1400"/>
              <a:buChar char="●"/>
              <a:defRPr sz="1400"/>
            </a:lvl7pPr>
            <a:lvl8pPr marL="3657600" lvl="7" indent="-317500">
              <a:spcBef>
                <a:spcPts val="800"/>
              </a:spcBef>
              <a:spcAft>
                <a:spcPts val="0"/>
              </a:spcAft>
              <a:buSzPts val="1400"/>
              <a:buChar char="○"/>
              <a:defRPr sz="1400"/>
            </a:lvl8pPr>
            <a:lvl9pPr marL="4114800" lvl="8" indent="-317500">
              <a:spcBef>
                <a:spcPts val="800"/>
              </a:spcBef>
              <a:spcAft>
                <a:spcPts val="800"/>
              </a:spcAft>
              <a:buSzPts val="1400"/>
              <a:buChar char="■"/>
              <a:defRPr sz="1400"/>
            </a:lvl9pPr>
          </a:lstStyle>
          <a:p>
            <a:endParaRPr/>
          </a:p>
        </p:txBody>
      </p:sp>
      <p:sp>
        <p:nvSpPr>
          <p:cNvPr id="219" name="Google Shape;219;p24"/>
          <p:cNvSpPr>
            <a:spLocks noGrp="1"/>
          </p:cNvSpPr>
          <p:nvPr>
            <p:ph type="pic" idx="2"/>
          </p:nvPr>
        </p:nvSpPr>
        <p:spPr>
          <a:xfrm>
            <a:off x="5342000" y="457200"/>
            <a:ext cx="3573300" cy="3995400"/>
          </a:xfrm>
          <a:prstGeom prst="roundRect">
            <a:avLst>
              <a:gd name="adj" fmla="val 6865"/>
            </a:avLst>
          </a:prstGeom>
          <a:noFill/>
          <a:ln>
            <a:noFill/>
          </a:ln>
        </p:spPr>
      </p:sp>
      <p:sp>
        <p:nvSpPr>
          <p:cNvPr id="220" name="Google Shape;220;p24"/>
          <p:cNvSpPr txBox="1">
            <a:spLocks noGrp="1"/>
          </p:cNvSpPr>
          <p:nvPr>
            <p:ph type="subTitle" idx="3"/>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21" name="Google Shape;221;p24"/>
          <p:cNvSpPr txBox="1">
            <a:spLocks noGrp="1"/>
          </p:cNvSpPr>
          <p:nvPr>
            <p:ph type="subTitle" idx="4"/>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22" name="Google Shape;222;p24"/>
          <p:cNvSpPr txBox="1">
            <a:spLocks noGrp="1"/>
          </p:cNvSpPr>
          <p:nvPr>
            <p:ph type="subTitle" idx="5"/>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23" name="Google Shape;223;p24"/>
          <p:cNvSpPr txBox="1">
            <a:spLocks noGrp="1"/>
          </p:cNvSpPr>
          <p:nvPr>
            <p:ph type="subTitle" idx="6"/>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a:endParaRPr/>
          </a:p>
        </p:txBody>
      </p:sp>
      <p:sp>
        <p:nvSpPr>
          <p:cNvPr id="224" name="Google Shape;224;p24"/>
          <p:cNvSpPr txBox="1">
            <a:spLocks noGrp="1"/>
          </p:cNvSpPr>
          <p:nvPr>
            <p:ph type="title"/>
          </p:nvPr>
        </p:nvSpPr>
        <p:spPr>
          <a:xfrm>
            <a:off x="228600" y="613525"/>
            <a:ext cx="42966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cxnSp>
        <p:nvCxnSpPr>
          <p:cNvPr id="225" name="Google Shape;225;p24"/>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26" name="Google Shape;226;p24"/>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27" name="Google Shape;227;p24"/>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big cards">
  <p:cSld name="CUSTOM_1">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3386700" y="489887"/>
            <a:ext cx="18621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a:endParaRPr/>
          </a:p>
        </p:txBody>
      </p:sp>
      <p:sp>
        <p:nvSpPr>
          <p:cNvPr id="230" name="Google Shape;230;p25"/>
          <p:cNvSpPr txBox="1">
            <a:spLocks noGrp="1"/>
          </p:cNvSpPr>
          <p:nvPr>
            <p:ph type="subTitle" idx="1"/>
          </p:nvPr>
        </p:nvSpPr>
        <p:spPr>
          <a:xfrm>
            <a:off x="3386700" y="690369"/>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31" name="Google Shape;231;p25"/>
          <p:cNvSpPr txBox="1">
            <a:spLocks noGrp="1"/>
          </p:cNvSpPr>
          <p:nvPr>
            <p:ph type="subTitle" idx="2"/>
          </p:nvPr>
        </p:nvSpPr>
        <p:spPr>
          <a:xfrm>
            <a:off x="3386700" y="1070875"/>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32" name="Google Shape;232;p25"/>
          <p:cNvSpPr txBox="1">
            <a:spLocks noGrp="1"/>
          </p:cNvSpPr>
          <p:nvPr>
            <p:ph type="title" idx="3"/>
          </p:nvPr>
        </p:nvSpPr>
        <p:spPr>
          <a:xfrm>
            <a:off x="6307650" y="482616"/>
            <a:ext cx="18621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33" name="Google Shape;233;p25"/>
          <p:cNvSpPr txBox="1">
            <a:spLocks noGrp="1"/>
          </p:cNvSpPr>
          <p:nvPr>
            <p:ph type="subTitle" idx="4"/>
          </p:nvPr>
        </p:nvSpPr>
        <p:spPr>
          <a:xfrm>
            <a:off x="6307650" y="690369"/>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34" name="Google Shape;234;p25"/>
          <p:cNvSpPr txBox="1">
            <a:spLocks noGrp="1"/>
          </p:cNvSpPr>
          <p:nvPr>
            <p:ph type="subTitle" idx="5"/>
          </p:nvPr>
        </p:nvSpPr>
        <p:spPr>
          <a:xfrm>
            <a:off x="6307650" y="1070875"/>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35" name="Google Shape;235;p25"/>
          <p:cNvSpPr txBox="1">
            <a:spLocks noGrp="1"/>
          </p:cNvSpPr>
          <p:nvPr>
            <p:ph type="title" idx="6"/>
          </p:nvPr>
        </p:nvSpPr>
        <p:spPr>
          <a:xfrm>
            <a:off x="233850" y="228600"/>
            <a:ext cx="21900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a:endParaRPr/>
          </a:p>
        </p:txBody>
      </p:sp>
      <p:sp>
        <p:nvSpPr>
          <p:cNvPr id="236" name="Google Shape;236;p25"/>
          <p:cNvSpPr txBox="1">
            <a:spLocks noGrp="1"/>
          </p:cNvSpPr>
          <p:nvPr>
            <p:ph type="subTitle" idx="7"/>
          </p:nvPr>
        </p:nvSpPr>
        <p:spPr>
          <a:xfrm>
            <a:off x="3482800" y="4057204"/>
            <a:ext cx="1076100" cy="168300"/>
          </a:xfrm>
          <a:prstGeom prst="rect">
            <a:avLst/>
          </a:prstGeom>
        </p:spPr>
        <p:txBody>
          <a:bodyPr spcFirstLastPara="1" wrap="square" lIns="0" tIns="0" rIns="91425" bIns="91425" anchor="t" anchorCtr="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a:endParaRPr/>
          </a:p>
        </p:txBody>
      </p:sp>
      <p:sp>
        <p:nvSpPr>
          <p:cNvPr id="237" name="Google Shape;237;p25"/>
          <p:cNvSpPr txBox="1">
            <a:spLocks noGrp="1"/>
          </p:cNvSpPr>
          <p:nvPr>
            <p:ph type="subTitle" idx="8"/>
          </p:nvPr>
        </p:nvSpPr>
        <p:spPr>
          <a:xfrm>
            <a:off x="6405300" y="4057079"/>
            <a:ext cx="1076100" cy="168300"/>
          </a:xfrm>
          <a:prstGeom prst="rect">
            <a:avLst/>
          </a:prstGeom>
        </p:spPr>
        <p:txBody>
          <a:bodyPr spcFirstLastPara="1" wrap="square" lIns="0" tIns="0" rIns="91425" bIns="91425" anchor="t" anchorCtr="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a:endParaRPr/>
          </a:p>
        </p:txBody>
      </p:sp>
      <p:sp>
        <p:nvSpPr>
          <p:cNvPr id="238" name="Google Shape;238;p25"/>
          <p:cNvSpPr txBox="1">
            <a:spLocks noGrp="1"/>
          </p:cNvSpPr>
          <p:nvPr>
            <p:ph type="subTitle" idx="9"/>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39" name="Google Shape;239;p25"/>
          <p:cNvSpPr txBox="1">
            <a:spLocks noGrp="1"/>
          </p:cNvSpPr>
          <p:nvPr>
            <p:ph type="subTitle" idx="1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40" name="Google Shape;240;p25"/>
          <p:cNvSpPr txBox="1">
            <a:spLocks noGrp="1"/>
          </p:cNvSpPr>
          <p:nvPr>
            <p:ph type="subTitle" idx="1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241" name="Google Shape;241;p25"/>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grpSp>
        <p:nvGrpSpPr>
          <p:cNvPr id="242" name="Google Shape;242;p25"/>
          <p:cNvGrpSpPr/>
          <p:nvPr/>
        </p:nvGrpSpPr>
        <p:grpSpPr>
          <a:xfrm rot="-5400000">
            <a:off x="4794488" y="4206993"/>
            <a:ext cx="141588" cy="73485"/>
            <a:chOff x="498725" y="2069800"/>
            <a:chExt cx="205200" cy="106500"/>
          </a:xfrm>
        </p:grpSpPr>
        <p:cxnSp>
          <p:nvCxnSpPr>
            <p:cNvPr id="243" name="Google Shape;243;p25"/>
            <p:cNvCxnSpPr/>
            <p:nvPr/>
          </p:nvCxnSpPr>
          <p:spPr>
            <a:xfrm rot="-5400000" flipH="1">
              <a:off x="498725" y="2069800"/>
              <a:ext cx="103500" cy="103500"/>
            </a:xfrm>
            <a:prstGeom prst="straightConnector1">
              <a:avLst/>
            </a:prstGeom>
            <a:noFill/>
            <a:ln w="9525" cap="flat" cmpd="sng">
              <a:solidFill>
                <a:schemeClr val="lt2"/>
              </a:solidFill>
              <a:prstDash val="solid"/>
              <a:round/>
              <a:headEnd type="none" w="med" len="med"/>
              <a:tailEnd type="none" w="med" len="med"/>
            </a:ln>
          </p:spPr>
        </p:cxnSp>
        <p:cxnSp>
          <p:nvCxnSpPr>
            <p:cNvPr id="244" name="Google Shape;244;p25"/>
            <p:cNvCxnSpPr/>
            <p:nvPr/>
          </p:nvCxnSpPr>
          <p:spPr>
            <a:xfrm rot="5400000">
              <a:off x="596825" y="2069200"/>
              <a:ext cx="106500" cy="107700"/>
            </a:xfrm>
            <a:prstGeom prst="straightConnector1">
              <a:avLst/>
            </a:prstGeom>
            <a:noFill/>
            <a:ln w="9525" cap="flat" cmpd="sng">
              <a:solidFill>
                <a:schemeClr val="lt2"/>
              </a:solidFill>
              <a:prstDash val="solid"/>
              <a:round/>
              <a:headEnd type="none" w="med" len="med"/>
              <a:tailEnd type="none" w="med" len="med"/>
            </a:ln>
          </p:spPr>
        </p:cxnSp>
      </p:grpSp>
      <p:sp>
        <p:nvSpPr>
          <p:cNvPr id="245" name="Google Shape;245;p25"/>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46" name="Google Shape;246;p25"/>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meline">
  <p:cSld name="CUSTOM_7_1_1_1_1_1_1_1_1_1_1_1_1_1_1_1_1_1">
    <p:spTree>
      <p:nvGrpSpPr>
        <p:cNvPr id="1" name="Shape 267"/>
        <p:cNvGrpSpPr/>
        <p:nvPr/>
      </p:nvGrpSpPr>
      <p:grpSpPr>
        <a:xfrm>
          <a:off x="0" y="0"/>
          <a:ext cx="0" cy="0"/>
          <a:chOff x="0" y="0"/>
          <a:chExt cx="0" cy="0"/>
        </a:xfrm>
      </p:grpSpPr>
      <p:pic>
        <p:nvPicPr>
          <p:cNvPr id="268" name="Google Shape;268;p27"/>
          <p:cNvPicPr preferRelativeResize="0"/>
          <p:nvPr/>
        </p:nvPicPr>
        <p:blipFill rotWithShape="1">
          <a:blip r:embed="rId2">
            <a:alphaModFix/>
          </a:blip>
          <a:srcRect r="15469" b="14588"/>
          <a:stretch/>
        </p:blipFill>
        <p:spPr>
          <a:xfrm flipH="1">
            <a:off x="4571999" y="2061075"/>
            <a:ext cx="4572001" cy="3082424"/>
          </a:xfrm>
          <a:prstGeom prst="rect">
            <a:avLst/>
          </a:prstGeom>
          <a:noFill/>
          <a:ln>
            <a:noFill/>
          </a:ln>
        </p:spPr>
      </p:pic>
      <p:cxnSp>
        <p:nvCxnSpPr>
          <p:cNvPr id="269" name="Google Shape;269;p27"/>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70" name="Google Shape;270;p27"/>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71" name="Google Shape;271;p27"/>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72" name="Google Shape;272;p27"/>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73" name="Google Shape;273;p27"/>
          <p:cNvSpPr txBox="1">
            <a:spLocks noGrp="1"/>
          </p:cNvSpPr>
          <p:nvPr>
            <p:ph type="subTitle" idx="4"/>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274" name="Google Shape;274;p27"/>
          <p:cNvSpPr txBox="1">
            <a:spLocks noGrp="1"/>
          </p:cNvSpPr>
          <p:nvPr>
            <p:ph type="title"/>
          </p:nvPr>
        </p:nvSpPr>
        <p:spPr>
          <a:xfrm>
            <a:off x="355225" y="1775475"/>
            <a:ext cx="18621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75" name="Google Shape;275;p27"/>
          <p:cNvSpPr txBox="1">
            <a:spLocks noGrp="1"/>
          </p:cNvSpPr>
          <p:nvPr>
            <p:ph type="subTitle" idx="5"/>
          </p:nvPr>
        </p:nvSpPr>
        <p:spPr>
          <a:xfrm>
            <a:off x="355225"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76" name="Google Shape;276;p27"/>
          <p:cNvSpPr txBox="1">
            <a:spLocks noGrp="1"/>
          </p:cNvSpPr>
          <p:nvPr>
            <p:ph type="body" idx="6"/>
          </p:nvPr>
        </p:nvSpPr>
        <p:spPr>
          <a:xfrm>
            <a:off x="355225" y="2465025"/>
            <a:ext cx="18267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77" name="Google Shape;277;p27"/>
          <p:cNvSpPr txBox="1">
            <a:spLocks noGrp="1"/>
          </p:cNvSpPr>
          <p:nvPr>
            <p:ph type="title" idx="7"/>
          </p:nvPr>
        </p:nvSpPr>
        <p:spPr>
          <a:xfrm>
            <a:off x="2543875" y="1775475"/>
            <a:ext cx="1862100" cy="293100"/>
          </a:xfrm>
          <a:prstGeom prst="rect">
            <a:avLst/>
          </a:prstGeom>
        </p:spPr>
        <p:txBody>
          <a:bodyPr spcFirstLastPara="1" wrap="square" lIns="0" tIns="0" rIns="91425" bIns="91425" anchor="b" anchorCtr="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78" name="Google Shape;278;p27"/>
          <p:cNvSpPr txBox="1">
            <a:spLocks noGrp="1"/>
          </p:cNvSpPr>
          <p:nvPr>
            <p:ph type="subTitle" idx="8"/>
          </p:nvPr>
        </p:nvSpPr>
        <p:spPr>
          <a:xfrm>
            <a:off x="2543875"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79" name="Google Shape;279;p27"/>
          <p:cNvSpPr txBox="1">
            <a:spLocks noGrp="1"/>
          </p:cNvSpPr>
          <p:nvPr>
            <p:ph type="body" idx="9"/>
          </p:nvPr>
        </p:nvSpPr>
        <p:spPr>
          <a:xfrm>
            <a:off x="2543875" y="2465025"/>
            <a:ext cx="18267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80" name="Google Shape;280;p27"/>
          <p:cNvSpPr txBox="1">
            <a:spLocks noGrp="1"/>
          </p:cNvSpPr>
          <p:nvPr>
            <p:ph type="title" idx="13"/>
          </p:nvPr>
        </p:nvSpPr>
        <p:spPr>
          <a:xfrm>
            <a:off x="4745500" y="1775475"/>
            <a:ext cx="1862100" cy="293100"/>
          </a:xfrm>
          <a:prstGeom prst="rect">
            <a:avLst/>
          </a:prstGeom>
        </p:spPr>
        <p:txBody>
          <a:bodyPr spcFirstLastPara="1" wrap="square" lIns="0" tIns="0" rIns="91425" bIns="91425" anchor="b" anchorCtr="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81" name="Google Shape;281;p27"/>
          <p:cNvSpPr txBox="1">
            <a:spLocks noGrp="1"/>
          </p:cNvSpPr>
          <p:nvPr>
            <p:ph type="subTitle" idx="14"/>
          </p:nvPr>
        </p:nvSpPr>
        <p:spPr>
          <a:xfrm>
            <a:off x="4745500"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82" name="Google Shape;282;p27"/>
          <p:cNvSpPr txBox="1">
            <a:spLocks noGrp="1"/>
          </p:cNvSpPr>
          <p:nvPr>
            <p:ph type="body" idx="15"/>
          </p:nvPr>
        </p:nvSpPr>
        <p:spPr>
          <a:xfrm>
            <a:off x="4745400" y="2465025"/>
            <a:ext cx="18267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83" name="Google Shape;283;p27"/>
          <p:cNvSpPr txBox="1">
            <a:spLocks noGrp="1"/>
          </p:cNvSpPr>
          <p:nvPr>
            <p:ph type="title" idx="16"/>
          </p:nvPr>
        </p:nvSpPr>
        <p:spPr>
          <a:xfrm>
            <a:off x="6942300" y="1775475"/>
            <a:ext cx="1862100" cy="293100"/>
          </a:xfrm>
          <a:prstGeom prst="rect">
            <a:avLst/>
          </a:prstGeom>
        </p:spPr>
        <p:txBody>
          <a:bodyPr spcFirstLastPara="1" wrap="square" lIns="0" tIns="0" rIns="91425" bIns="91425" anchor="b" anchorCtr="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84" name="Google Shape;284;p27"/>
          <p:cNvSpPr txBox="1">
            <a:spLocks noGrp="1"/>
          </p:cNvSpPr>
          <p:nvPr>
            <p:ph type="subTitle" idx="17"/>
          </p:nvPr>
        </p:nvSpPr>
        <p:spPr>
          <a:xfrm>
            <a:off x="6942300"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85" name="Google Shape;285;p27"/>
          <p:cNvSpPr txBox="1">
            <a:spLocks noGrp="1"/>
          </p:cNvSpPr>
          <p:nvPr>
            <p:ph type="body" idx="18"/>
          </p:nvPr>
        </p:nvSpPr>
        <p:spPr>
          <a:xfrm>
            <a:off x="6942300" y="2465025"/>
            <a:ext cx="17916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86" name="Google Shape;286;p27"/>
          <p:cNvSpPr txBox="1">
            <a:spLocks noGrp="1"/>
          </p:cNvSpPr>
          <p:nvPr>
            <p:ph type="title" idx="19"/>
          </p:nvPr>
        </p:nvSpPr>
        <p:spPr>
          <a:xfrm>
            <a:off x="228600" y="613525"/>
            <a:ext cx="3904500" cy="8649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287" name="Google Shape;287;p27"/>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88" name="Google Shape;288;p27"/>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ustomers">
  <p:cSld name="CUSTOM">
    <p:spTree>
      <p:nvGrpSpPr>
        <p:cNvPr id="1" name="Shape 289"/>
        <p:cNvGrpSpPr/>
        <p:nvPr/>
      </p:nvGrpSpPr>
      <p:grpSpPr>
        <a:xfrm>
          <a:off x="0" y="0"/>
          <a:ext cx="0" cy="0"/>
          <a:chOff x="0" y="0"/>
          <a:chExt cx="0" cy="0"/>
        </a:xfrm>
      </p:grpSpPr>
      <p:sp>
        <p:nvSpPr>
          <p:cNvPr id="290" name="Google Shape;290;p28"/>
          <p:cNvSpPr txBox="1">
            <a:spLocks noGrp="1"/>
          </p:cNvSpPr>
          <p:nvPr>
            <p:ph type="subTitle" idx="1"/>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a:endParaRPr/>
          </a:p>
        </p:txBody>
      </p:sp>
      <p:cxnSp>
        <p:nvCxnSpPr>
          <p:cNvPr id="291" name="Google Shape;291;p28"/>
          <p:cNvCxnSpPr/>
          <p:nvPr/>
        </p:nvCxnSpPr>
        <p:spPr>
          <a:xfrm>
            <a:off x="228450" y="2061025"/>
            <a:ext cx="8687100" cy="0"/>
          </a:xfrm>
          <a:prstGeom prst="straightConnector1">
            <a:avLst/>
          </a:prstGeom>
          <a:noFill/>
          <a:ln w="9525" cap="flat" cmpd="sng">
            <a:solidFill>
              <a:schemeClr val="lt2"/>
            </a:solidFill>
            <a:prstDash val="solid"/>
            <a:round/>
            <a:headEnd type="none" w="med" len="med"/>
            <a:tailEnd type="none" w="med" len="med"/>
          </a:ln>
        </p:spPr>
      </p:cxnSp>
      <p:sp>
        <p:nvSpPr>
          <p:cNvPr id="292" name="Google Shape;292;p28"/>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93" name="Google Shape;293;p28"/>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94" name="Google Shape;294;p28"/>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295" name="Google Shape;295;p28"/>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96" name="Google Shape;296;p28"/>
          <p:cNvSpPr txBox="1">
            <a:spLocks noGrp="1"/>
          </p:cNvSpPr>
          <p:nvPr>
            <p:ph type="title"/>
          </p:nvPr>
        </p:nvSpPr>
        <p:spPr>
          <a:xfrm>
            <a:off x="228600" y="369300"/>
            <a:ext cx="64803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a:endParaRPr/>
          </a:p>
        </p:txBody>
      </p:sp>
      <p:sp>
        <p:nvSpPr>
          <p:cNvPr id="297" name="Google Shape;297;p28"/>
          <p:cNvSpPr>
            <a:spLocks noGrp="1"/>
          </p:cNvSpPr>
          <p:nvPr>
            <p:ph type="pic" idx="5"/>
          </p:nvPr>
        </p:nvSpPr>
        <p:spPr>
          <a:xfrm>
            <a:off x="3795900" y="2682425"/>
            <a:ext cx="1458300" cy="1458300"/>
          </a:xfrm>
          <a:prstGeom prst="ellipse">
            <a:avLst/>
          </a:prstGeom>
          <a:noFill/>
          <a:ln w="9525" cap="flat" cmpd="sng">
            <a:solidFill>
              <a:schemeClr val="accent3"/>
            </a:solidFill>
            <a:prstDash val="solid"/>
            <a:round/>
            <a:headEnd type="none" w="sm" len="sm"/>
            <a:tailEnd type="none" w="sm" len="sm"/>
          </a:ln>
        </p:spPr>
      </p:sp>
      <p:sp>
        <p:nvSpPr>
          <p:cNvPr id="298" name="Google Shape;298;p28"/>
          <p:cNvSpPr txBox="1">
            <a:spLocks noGrp="1"/>
          </p:cNvSpPr>
          <p:nvPr>
            <p:ph type="body" idx="6"/>
          </p:nvPr>
        </p:nvSpPr>
        <p:spPr>
          <a:xfrm>
            <a:off x="5871500" y="2468775"/>
            <a:ext cx="2864700" cy="676500"/>
          </a:xfrm>
          <a:prstGeom prst="rect">
            <a:avLst/>
          </a:prstGeom>
        </p:spPr>
        <p:txBody>
          <a:bodyPr spcFirstLastPara="1" wrap="square" lIns="0" tIns="0" rIns="91425" bIns="91425" anchor="t" anchorCtr="0">
            <a:noAutofit/>
          </a:bodyPr>
          <a:lstStyle>
            <a:lvl1pPr marL="457200" lvl="0" indent="-292100">
              <a:spcBef>
                <a:spcPts val="0"/>
              </a:spcBef>
              <a:spcAft>
                <a:spcPts val="0"/>
              </a:spcAft>
              <a:buClr>
                <a:schemeClr val="dk2"/>
              </a:buClr>
              <a:buSzPts val="1000"/>
              <a:buFont typeface="Urbanist"/>
              <a:buChar char="●"/>
              <a:defRPr sz="1000">
                <a:solidFill>
                  <a:schemeClr val="dk2"/>
                </a:solidFill>
              </a:defRPr>
            </a:lvl1pPr>
            <a:lvl2pPr marL="914400" lvl="1" indent="-292100">
              <a:spcBef>
                <a:spcPts val="0"/>
              </a:spcBef>
              <a:spcAft>
                <a:spcPts val="0"/>
              </a:spcAft>
              <a:buClr>
                <a:schemeClr val="dk2"/>
              </a:buClr>
              <a:buSzPts val="1000"/>
              <a:buFont typeface="Urbanist"/>
              <a:buChar char="○"/>
              <a:defRPr sz="1000">
                <a:solidFill>
                  <a:schemeClr val="dk2"/>
                </a:solidFill>
              </a:defRPr>
            </a:lvl2pPr>
            <a:lvl3pPr marL="1371600" lvl="2" indent="-292100">
              <a:spcBef>
                <a:spcPts val="0"/>
              </a:spcBef>
              <a:spcAft>
                <a:spcPts val="0"/>
              </a:spcAft>
              <a:buClr>
                <a:schemeClr val="dk2"/>
              </a:buClr>
              <a:buSzPts val="1000"/>
              <a:buFont typeface="Urbanist"/>
              <a:buChar char="■"/>
              <a:defRPr sz="1000">
                <a:solidFill>
                  <a:schemeClr val="dk2"/>
                </a:solidFill>
              </a:defRPr>
            </a:lvl3pPr>
            <a:lvl4pPr marL="1828800" lvl="3" indent="-292100">
              <a:spcBef>
                <a:spcPts val="0"/>
              </a:spcBef>
              <a:spcAft>
                <a:spcPts val="0"/>
              </a:spcAft>
              <a:buClr>
                <a:schemeClr val="dk2"/>
              </a:buClr>
              <a:buSzPts val="1000"/>
              <a:buFont typeface="Urbanist"/>
              <a:buChar char="●"/>
              <a:defRPr sz="1000">
                <a:solidFill>
                  <a:schemeClr val="dk2"/>
                </a:solidFill>
              </a:defRPr>
            </a:lvl4pPr>
            <a:lvl5pPr marL="2286000" lvl="4" indent="-292100">
              <a:spcBef>
                <a:spcPts val="0"/>
              </a:spcBef>
              <a:spcAft>
                <a:spcPts val="0"/>
              </a:spcAft>
              <a:buClr>
                <a:schemeClr val="dk2"/>
              </a:buClr>
              <a:buSzPts val="1000"/>
              <a:buFont typeface="Urbanist"/>
              <a:buChar char="○"/>
              <a:defRPr sz="1000">
                <a:solidFill>
                  <a:schemeClr val="dk2"/>
                </a:solidFill>
              </a:defRPr>
            </a:lvl5pPr>
            <a:lvl6pPr marL="2743200" lvl="5" indent="-292100">
              <a:spcBef>
                <a:spcPts val="0"/>
              </a:spcBef>
              <a:spcAft>
                <a:spcPts val="0"/>
              </a:spcAft>
              <a:buClr>
                <a:schemeClr val="dk2"/>
              </a:buClr>
              <a:buSzPts val="1000"/>
              <a:buFont typeface="Urbanist"/>
              <a:buChar char="■"/>
              <a:defRPr sz="1000">
                <a:solidFill>
                  <a:schemeClr val="dk2"/>
                </a:solidFill>
              </a:defRPr>
            </a:lvl6pPr>
            <a:lvl7pPr marL="3200400" lvl="6" indent="-292100">
              <a:spcBef>
                <a:spcPts val="0"/>
              </a:spcBef>
              <a:spcAft>
                <a:spcPts val="0"/>
              </a:spcAft>
              <a:buClr>
                <a:schemeClr val="dk2"/>
              </a:buClr>
              <a:buSzPts val="1000"/>
              <a:buFont typeface="Urbanist"/>
              <a:buChar char="●"/>
              <a:defRPr sz="1000">
                <a:solidFill>
                  <a:schemeClr val="dk2"/>
                </a:solidFill>
              </a:defRPr>
            </a:lvl7pPr>
            <a:lvl8pPr marL="3657600" lvl="7" indent="-292100">
              <a:spcBef>
                <a:spcPts val="0"/>
              </a:spcBef>
              <a:spcAft>
                <a:spcPts val="0"/>
              </a:spcAft>
              <a:buClr>
                <a:schemeClr val="dk2"/>
              </a:buClr>
              <a:buSzPts val="1000"/>
              <a:buFont typeface="Urbanist"/>
              <a:buChar char="○"/>
              <a:defRPr sz="1000">
                <a:solidFill>
                  <a:schemeClr val="dk2"/>
                </a:solidFill>
              </a:defRPr>
            </a:lvl8pPr>
            <a:lvl9pPr marL="4114800" lvl="8" indent="-292100">
              <a:spcBef>
                <a:spcPts val="0"/>
              </a:spcBef>
              <a:spcAft>
                <a:spcPts val="0"/>
              </a:spcAft>
              <a:buClr>
                <a:schemeClr val="dk2"/>
              </a:buClr>
              <a:buSzPts val="1000"/>
              <a:buFont typeface="Urbanist"/>
              <a:buChar char="■"/>
              <a:defRPr sz="1000">
                <a:solidFill>
                  <a:schemeClr val="dk2"/>
                </a:solidFill>
              </a:defRPr>
            </a:lvl9pPr>
          </a:lstStyle>
          <a:p>
            <a:endParaRPr/>
          </a:p>
        </p:txBody>
      </p:sp>
      <p:sp>
        <p:nvSpPr>
          <p:cNvPr id="299" name="Google Shape;299;p28"/>
          <p:cNvSpPr txBox="1">
            <a:spLocks noGrp="1"/>
          </p:cNvSpPr>
          <p:nvPr>
            <p:ph type="body" idx="7"/>
          </p:nvPr>
        </p:nvSpPr>
        <p:spPr>
          <a:xfrm>
            <a:off x="5871500" y="3553025"/>
            <a:ext cx="2864700" cy="696000"/>
          </a:xfrm>
          <a:prstGeom prst="rect">
            <a:avLst/>
          </a:prstGeom>
        </p:spPr>
        <p:txBody>
          <a:bodyPr spcFirstLastPara="1" wrap="square" lIns="0" tIns="0" rIns="91425" bIns="91425" anchor="t" anchorCtr="0">
            <a:spAutoFit/>
          </a:bodyPr>
          <a:lstStyle>
            <a:lvl1pPr marL="457200" lvl="0" indent="-3048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marL="914400" lvl="1"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marL="1371600" lvl="2"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marL="1828800" lvl="3"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marL="2286000" lvl="4"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marL="2743200" lvl="5"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marL="3200400" lvl="6"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marL="3657600" lvl="7"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marL="4114800" lvl="8" indent="-30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a:endParaRPr/>
          </a:p>
        </p:txBody>
      </p:sp>
      <p:sp>
        <p:nvSpPr>
          <p:cNvPr id="300" name="Google Shape;300;p28"/>
          <p:cNvSpPr txBox="1">
            <a:spLocks noGrp="1"/>
          </p:cNvSpPr>
          <p:nvPr>
            <p:ph type="subTitle" idx="8"/>
          </p:nvPr>
        </p:nvSpPr>
        <p:spPr>
          <a:xfrm>
            <a:off x="238800" y="2720113"/>
            <a:ext cx="2824500" cy="145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a:endParaRPr/>
          </a:p>
        </p:txBody>
      </p:sp>
      <p:sp>
        <p:nvSpPr>
          <p:cNvPr id="301" name="Google Shape;301;p28"/>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02" name="Google Shape;302;p28"/>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Graphics">
  <p:cSld name="CUSTOM_2">
    <p:spTree>
      <p:nvGrpSpPr>
        <p:cNvPr id="1" name="Shape 303"/>
        <p:cNvGrpSpPr/>
        <p:nvPr/>
      </p:nvGrpSpPr>
      <p:grpSpPr>
        <a:xfrm>
          <a:off x="0" y="0"/>
          <a:ext cx="0" cy="0"/>
          <a:chOff x="0" y="0"/>
          <a:chExt cx="0" cy="0"/>
        </a:xfrm>
      </p:grpSpPr>
      <p:sp>
        <p:nvSpPr>
          <p:cNvPr id="304" name="Google Shape;304;p29"/>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05" name="Google Shape;305;p29"/>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06" name="Google Shape;306;p29"/>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307" name="Google Shape;307;p29"/>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308" name="Google Shape;308;p29"/>
          <p:cNvSpPr/>
          <p:nvPr/>
        </p:nvSpPr>
        <p:spPr>
          <a:xfrm>
            <a:off x="228600" y="1395962"/>
            <a:ext cx="2101200" cy="3054000"/>
          </a:xfrm>
          <a:prstGeom prst="roundRect">
            <a:avLst>
              <a:gd name="adj" fmla="val 9631"/>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09" name="Google Shape;309;p29"/>
          <p:cNvSpPr/>
          <p:nvPr/>
        </p:nvSpPr>
        <p:spPr>
          <a:xfrm>
            <a:off x="2423700" y="1395962"/>
            <a:ext cx="3198600" cy="3054000"/>
          </a:xfrm>
          <a:prstGeom prst="roundRect">
            <a:avLst>
              <a:gd name="adj" fmla="val 674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10" name="Google Shape;310;p29"/>
          <p:cNvSpPr/>
          <p:nvPr/>
        </p:nvSpPr>
        <p:spPr>
          <a:xfrm>
            <a:off x="5716850" y="1395962"/>
            <a:ext cx="3198600" cy="1758300"/>
          </a:xfrm>
          <a:prstGeom prst="roundRect">
            <a:avLst>
              <a:gd name="adj" fmla="val 9631"/>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11" name="Google Shape;311;p29"/>
          <p:cNvSpPr/>
          <p:nvPr/>
        </p:nvSpPr>
        <p:spPr>
          <a:xfrm>
            <a:off x="5716200" y="3231390"/>
            <a:ext cx="3198600" cy="1217400"/>
          </a:xfrm>
          <a:prstGeom prst="roundRect">
            <a:avLst>
              <a:gd name="adj" fmla="val 1360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12" name="Google Shape;312;p29"/>
          <p:cNvSpPr>
            <a:spLocks noGrp="1"/>
          </p:cNvSpPr>
          <p:nvPr>
            <p:ph type="pic" idx="4"/>
          </p:nvPr>
        </p:nvSpPr>
        <p:spPr>
          <a:xfrm>
            <a:off x="381950" y="993050"/>
            <a:ext cx="850500" cy="850500"/>
          </a:xfrm>
          <a:prstGeom prst="ellipse">
            <a:avLst/>
          </a:prstGeom>
          <a:noFill/>
          <a:ln w="9525" cap="flat" cmpd="sng">
            <a:solidFill>
              <a:schemeClr val="accent3"/>
            </a:solidFill>
            <a:prstDash val="solid"/>
            <a:round/>
            <a:headEnd type="none" w="sm" len="sm"/>
            <a:tailEnd type="none" w="sm" len="sm"/>
          </a:ln>
        </p:spPr>
      </p:sp>
      <p:sp>
        <p:nvSpPr>
          <p:cNvPr id="313" name="Google Shape;313;p29"/>
          <p:cNvSpPr txBox="1">
            <a:spLocks noGrp="1"/>
          </p:cNvSpPr>
          <p:nvPr>
            <p:ph type="subTitle" idx="5"/>
          </p:nvPr>
        </p:nvSpPr>
        <p:spPr>
          <a:xfrm>
            <a:off x="381950" y="2062875"/>
            <a:ext cx="1786500" cy="2364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Urbanist"/>
              <a:buNone/>
              <a:defRPr sz="1200" b="1">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a:endParaRPr/>
          </a:p>
        </p:txBody>
      </p:sp>
      <p:sp>
        <p:nvSpPr>
          <p:cNvPr id="314" name="Google Shape;314;p29"/>
          <p:cNvSpPr txBox="1">
            <a:spLocks noGrp="1"/>
          </p:cNvSpPr>
          <p:nvPr>
            <p:ph type="body" idx="6"/>
          </p:nvPr>
        </p:nvSpPr>
        <p:spPr>
          <a:xfrm>
            <a:off x="381950" y="2453500"/>
            <a:ext cx="1786500" cy="15363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Urbanist"/>
              <a:buChar char="●"/>
              <a:defRPr sz="1000">
                <a:solidFill>
                  <a:schemeClr val="dk1"/>
                </a:solidFill>
              </a:defRPr>
            </a:lvl1pPr>
            <a:lvl2pPr marL="914400" lvl="1" indent="-292100">
              <a:spcBef>
                <a:spcPts val="0"/>
              </a:spcBef>
              <a:spcAft>
                <a:spcPts val="0"/>
              </a:spcAft>
              <a:buClr>
                <a:schemeClr val="dk1"/>
              </a:buClr>
              <a:buSzPts val="1000"/>
              <a:buFont typeface="Urbanist"/>
              <a:buChar char="○"/>
              <a:defRPr sz="1000">
                <a:solidFill>
                  <a:schemeClr val="dk1"/>
                </a:solidFill>
              </a:defRPr>
            </a:lvl2pPr>
            <a:lvl3pPr marL="1371600" lvl="2" indent="-292100">
              <a:spcBef>
                <a:spcPts val="0"/>
              </a:spcBef>
              <a:spcAft>
                <a:spcPts val="0"/>
              </a:spcAft>
              <a:buClr>
                <a:schemeClr val="dk1"/>
              </a:buClr>
              <a:buSzPts val="1000"/>
              <a:buFont typeface="Urbanist"/>
              <a:buChar char="■"/>
              <a:defRPr sz="1000">
                <a:solidFill>
                  <a:schemeClr val="dk1"/>
                </a:solidFill>
              </a:defRPr>
            </a:lvl3pPr>
            <a:lvl4pPr marL="1828800" lvl="3" indent="-292100">
              <a:spcBef>
                <a:spcPts val="0"/>
              </a:spcBef>
              <a:spcAft>
                <a:spcPts val="0"/>
              </a:spcAft>
              <a:buClr>
                <a:schemeClr val="dk1"/>
              </a:buClr>
              <a:buSzPts val="1000"/>
              <a:buFont typeface="Urbanist"/>
              <a:buChar char="●"/>
              <a:defRPr sz="1000">
                <a:solidFill>
                  <a:schemeClr val="dk1"/>
                </a:solidFill>
              </a:defRPr>
            </a:lvl4pPr>
            <a:lvl5pPr marL="2286000" lvl="4" indent="-292100">
              <a:spcBef>
                <a:spcPts val="0"/>
              </a:spcBef>
              <a:spcAft>
                <a:spcPts val="0"/>
              </a:spcAft>
              <a:buClr>
                <a:schemeClr val="dk1"/>
              </a:buClr>
              <a:buSzPts val="1000"/>
              <a:buFont typeface="Urbanist"/>
              <a:buChar char="○"/>
              <a:defRPr sz="1000">
                <a:solidFill>
                  <a:schemeClr val="dk1"/>
                </a:solidFill>
              </a:defRPr>
            </a:lvl5pPr>
            <a:lvl6pPr marL="2743200" lvl="5" indent="-292100">
              <a:spcBef>
                <a:spcPts val="0"/>
              </a:spcBef>
              <a:spcAft>
                <a:spcPts val="0"/>
              </a:spcAft>
              <a:buClr>
                <a:schemeClr val="dk1"/>
              </a:buClr>
              <a:buSzPts val="1000"/>
              <a:buFont typeface="Urbanist"/>
              <a:buChar char="■"/>
              <a:defRPr sz="1000">
                <a:solidFill>
                  <a:schemeClr val="dk1"/>
                </a:solidFill>
              </a:defRPr>
            </a:lvl6pPr>
            <a:lvl7pPr marL="3200400" lvl="6" indent="-292100">
              <a:spcBef>
                <a:spcPts val="0"/>
              </a:spcBef>
              <a:spcAft>
                <a:spcPts val="0"/>
              </a:spcAft>
              <a:buClr>
                <a:schemeClr val="dk1"/>
              </a:buClr>
              <a:buSzPts val="1000"/>
              <a:buFont typeface="Urbanist"/>
              <a:buChar char="●"/>
              <a:defRPr sz="1000">
                <a:solidFill>
                  <a:schemeClr val="dk1"/>
                </a:solidFill>
              </a:defRPr>
            </a:lvl7pPr>
            <a:lvl8pPr marL="3657600" lvl="7" indent="-292100">
              <a:spcBef>
                <a:spcPts val="0"/>
              </a:spcBef>
              <a:spcAft>
                <a:spcPts val="0"/>
              </a:spcAft>
              <a:buClr>
                <a:schemeClr val="dk1"/>
              </a:buClr>
              <a:buSzPts val="1000"/>
              <a:buFont typeface="Urbanist"/>
              <a:buChar char="○"/>
              <a:defRPr sz="1000">
                <a:solidFill>
                  <a:schemeClr val="dk1"/>
                </a:solidFill>
              </a:defRPr>
            </a:lvl8pPr>
            <a:lvl9pPr marL="4114800" lvl="8" indent="-292100">
              <a:spcBef>
                <a:spcPts val="0"/>
              </a:spcBef>
              <a:spcAft>
                <a:spcPts val="0"/>
              </a:spcAft>
              <a:buClr>
                <a:schemeClr val="dk1"/>
              </a:buClr>
              <a:buSzPts val="1000"/>
              <a:buFont typeface="Urbanist"/>
              <a:buChar char="■"/>
              <a:defRPr sz="1000">
                <a:solidFill>
                  <a:schemeClr val="dk1"/>
                </a:solidFill>
              </a:defRPr>
            </a:lvl9pPr>
          </a:lstStyle>
          <a:p>
            <a:endParaRPr/>
          </a:p>
        </p:txBody>
      </p:sp>
      <p:sp>
        <p:nvSpPr>
          <p:cNvPr id="315" name="Google Shape;315;p29"/>
          <p:cNvSpPr txBox="1">
            <a:spLocks noGrp="1"/>
          </p:cNvSpPr>
          <p:nvPr>
            <p:ph type="subTitle" idx="7"/>
          </p:nvPr>
        </p:nvSpPr>
        <p:spPr>
          <a:xfrm>
            <a:off x="2580250" y="1528150"/>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316" name="Google Shape;316;p29"/>
          <p:cNvSpPr txBox="1">
            <a:spLocks noGrp="1"/>
          </p:cNvSpPr>
          <p:nvPr>
            <p:ph type="body" idx="8"/>
          </p:nvPr>
        </p:nvSpPr>
        <p:spPr>
          <a:xfrm>
            <a:off x="2580250" y="1791652"/>
            <a:ext cx="2911500" cy="6105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800"/>
              </a:spcBef>
              <a:spcAft>
                <a:spcPts val="0"/>
              </a:spcAft>
              <a:buSzPts val="1000"/>
              <a:buChar char="○"/>
              <a:defRPr sz="1000"/>
            </a:lvl2pPr>
            <a:lvl3pPr marL="1371600" lvl="2" indent="-292100">
              <a:lnSpc>
                <a:spcPct val="100000"/>
              </a:lnSpc>
              <a:spcBef>
                <a:spcPts val="800"/>
              </a:spcBef>
              <a:spcAft>
                <a:spcPts val="0"/>
              </a:spcAft>
              <a:buSzPts val="1000"/>
              <a:buChar char="■"/>
              <a:defRPr sz="1000"/>
            </a:lvl3pPr>
            <a:lvl4pPr marL="1828800" lvl="3" indent="-292100">
              <a:lnSpc>
                <a:spcPct val="100000"/>
              </a:lnSpc>
              <a:spcBef>
                <a:spcPts val="800"/>
              </a:spcBef>
              <a:spcAft>
                <a:spcPts val="0"/>
              </a:spcAft>
              <a:buSzPts val="1000"/>
              <a:buChar char="●"/>
              <a:defRPr sz="1000"/>
            </a:lvl4pPr>
            <a:lvl5pPr marL="2286000" lvl="4" indent="-292100">
              <a:lnSpc>
                <a:spcPct val="100000"/>
              </a:lnSpc>
              <a:spcBef>
                <a:spcPts val="800"/>
              </a:spcBef>
              <a:spcAft>
                <a:spcPts val="0"/>
              </a:spcAft>
              <a:buSzPts val="1000"/>
              <a:buChar char="○"/>
              <a:defRPr sz="1000"/>
            </a:lvl5pPr>
            <a:lvl6pPr marL="2743200" lvl="5" indent="-292100">
              <a:lnSpc>
                <a:spcPct val="100000"/>
              </a:lnSpc>
              <a:spcBef>
                <a:spcPts val="800"/>
              </a:spcBef>
              <a:spcAft>
                <a:spcPts val="0"/>
              </a:spcAft>
              <a:buSzPts val="1000"/>
              <a:buChar char="■"/>
              <a:defRPr sz="1000"/>
            </a:lvl6pPr>
            <a:lvl7pPr marL="3200400" lvl="6" indent="-292100">
              <a:lnSpc>
                <a:spcPct val="100000"/>
              </a:lnSpc>
              <a:spcBef>
                <a:spcPts val="800"/>
              </a:spcBef>
              <a:spcAft>
                <a:spcPts val="0"/>
              </a:spcAft>
              <a:buSzPts val="1000"/>
              <a:buChar char="●"/>
              <a:defRPr sz="1000"/>
            </a:lvl7pPr>
            <a:lvl8pPr marL="3657600" lvl="7" indent="-292100">
              <a:lnSpc>
                <a:spcPct val="100000"/>
              </a:lnSpc>
              <a:spcBef>
                <a:spcPts val="800"/>
              </a:spcBef>
              <a:spcAft>
                <a:spcPts val="0"/>
              </a:spcAft>
              <a:buSzPts val="1000"/>
              <a:buChar char="○"/>
              <a:defRPr sz="1000"/>
            </a:lvl8pPr>
            <a:lvl9pPr marL="4114800" lvl="8" indent="-292100">
              <a:lnSpc>
                <a:spcPct val="100000"/>
              </a:lnSpc>
              <a:spcBef>
                <a:spcPts val="800"/>
              </a:spcBef>
              <a:spcAft>
                <a:spcPts val="800"/>
              </a:spcAft>
              <a:buSzPts val="1000"/>
              <a:buChar char="■"/>
              <a:defRPr sz="1000"/>
            </a:lvl9pPr>
          </a:lstStyle>
          <a:p>
            <a:endParaRPr/>
          </a:p>
        </p:txBody>
      </p:sp>
      <p:cxnSp>
        <p:nvCxnSpPr>
          <p:cNvPr id="317" name="Google Shape;317;p29"/>
          <p:cNvCxnSpPr/>
          <p:nvPr/>
        </p:nvCxnSpPr>
        <p:spPr>
          <a:xfrm>
            <a:off x="2423700" y="2531312"/>
            <a:ext cx="3194400" cy="0"/>
          </a:xfrm>
          <a:prstGeom prst="straightConnector1">
            <a:avLst/>
          </a:prstGeom>
          <a:noFill/>
          <a:ln w="9525" cap="flat" cmpd="sng">
            <a:solidFill>
              <a:schemeClr val="dk1"/>
            </a:solidFill>
            <a:prstDash val="solid"/>
            <a:round/>
            <a:headEnd type="none" w="med" len="med"/>
            <a:tailEnd type="none" w="med" len="med"/>
          </a:ln>
        </p:spPr>
      </p:cxnSp>
      <p:cxnSp>
        <p:nvCxnSpPr>
          <p:cNvPr id="318" name="Google Shape;318;p29"/>
          <p:cNvCxnSpPr/>
          <p:nvPr/>
        </p:nvCxnSpPr>
        <p:spPr>
          <a:xfrm>
            <a:off x="2423700" y="3583537"/>
            <a:ext cx="3194400" cy="0"/>
          </a:xfrm>
          <a:prstGeom prst="straightConnector1">
            <a:avLst/>
          </a:prstGeom>
          <a:noFill/>
          <a:ln w="9525" cap="flat" cmpd="sng">
            <a:solidFill>
              <a:schemeClr val="dk1"/>
            </a:solidFill>
            <a:prstDash val="solid"/>
            <a:round/>
            <a:headEnd type="none" w="med" len="med"/>
            <a:tailEnd type="none" w="med" len="med"/>
          </a:ln>
        </p:spPr>
      </p:cxnSp>
      <p:sp>
        <p:nvSpPr>
          <p:cNvPr id="319" name="Google Shape;319;p29"/>
          <p:cNvSpPr txBox="1">
            <a:spLocks noGrp="1"/>
          </p:cNvSpPr>
          <p:nvPr>
            <p:ph type="subTitle" idx="9"/>
          </p:nvPr>
        </p:nvSpPr>
        <p:spPr>
          <a:xfrm>
            <a:off x="2580250" y="266045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320" name="Google Shape;320;p29"/>
          <p:cNvSpPr txBox="1">
            <a:spLocks noGrp="1"/>
          </p:cNvSpPr>
          <p:nvPr>
            <p:ph type="body" idx="13"/>
          </p:nvPr>
        </p:nvSpPr>
        <p:spPr>
          <a:xfrm>
            <a:off x="2580250" y="2931046"/>
            <a:ext cx="2911500" cy="6105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21" name="Google Shape;321;p29"/>
          <p:cNvSpPr/>
          <p:nvPr/>
        </p:nvSpPr>
        <p:spPr>
          <a:xfrm flipH="1">
            <a:off x="2600988" y="3992942"/>
            <a:ext cx="681000" cy="273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800" b="1">
              <a:solidFill>
                <a:schemeClr val="dk1"/>
              </a:solidFill>
              <a:latin typeface="Urbanist"/>
              <a:ea typeface="Urbanist"/>
              <a:cs typeface="Urbanist"/>
              <a:sym typeface="Urbanist"/>
            </a:endParaRPr>
          </a:p>
        </p:txBody>
      </p:sp>
      <p:sp>
        <p:nvSpPr>
          <p:cNvPr id="322" name="Google Shape;322;p29"/>
          <p:cNvSpPr/>
          <p:nvPr/>
        </p:nvSpPr>
        <p:spPr>
          <a:xfrm flipH="1">
            <a:off x="3654625" y="3992942"/>
            <a:ext cx="681000" cy="273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800" b="1">
              <a:solidFill>
                <a:schemeClr val="dk1"/>
              </a:solidFill>
              <a:latin typeface="Urbanist"/>
              <a:ea typeface="Urbanist"/>
              <a:cs typeface="Urbanist"/>
              <a:sym typeface="Urbanist"/>
            </a:endParaRPr>
          </a:p>
        </p:txBody>
      </p:sp>
      <p:sp>
        <p:nvSpPr>
          <p:cNvPr id="323" name="Google Shape;323;p29"/>
          <p:cNvSpPr/>
          <p:nvPr/>
        </p:nvSpPr>
        <p:spPr>
          <a:xfrm flipH="1">
            <a:off x="4602650" y="3992942"/>
            <a:ext cx="681000" cy="273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800" b="1">
              <a:solidFill>
                <a:schemeClr val="dk1"/>
              </a:solidFill>
              <a:latin typeface="Urbanist"/>
              <a:ea typeface="Urbanist"/>
              <a:cs typeface="Urbanist"/>
              <a:sym typeface="Urbanist"/>
            </a:endParaRPr>
          </a:p>
        </p:txBody>
      </p:sp>
      <p:sp>
        <p:nvSpPr>
          <p:cNvPr id="324" name="Google Shape;324;p29"/>
          <p:cNvSpPr txBox="1">
            <a:spLocks noGrp="1"/>
          </p:cNvSpPr>
          <p:nvPr>
            <p:ph type="subTitle" idx="14"/>
          </p:nvPr>
        </p:nvSpPr>
        <p:spPr>
          <a:xfrm>
            <a:off x="2567250" y="3671882"/>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325" name="Google Shape;325;p29"/>
          <p:cNvSpPr txBox="1">
            <a:spLocks noGrp="1"/>
          </p:cNvSpPr>
          <p:nvPr>
            <p:ph type="subTitle" idx="15"/>
          </p:nvPr>
        </p:nvSpPr>
        <p:spPr>
          <a:xfrm>
            <a:off x="5877425" y="152815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a:endParaRPr/>
          </a:p>
        </p:txBody>
      </p:sp>
      <p:sp>
        <p:nvSpPr>
          <p:cNvPr id="326" name="Google Shape;326;p29"/>
          <p:cNvSpPr txBox="1">
            <a:spLocks noGrp="1"/>
          </p:cNvSpPr>
          <p:nvPr>
            <p:ph type="subTitle" idx="16"/>
          </p:nvPr>
        </p:nvSpPr>
        <p:spPr>
          <a:xfrm>
            <a:off x="5877425" y="178110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800"/>
              <a:buFont typeface="Urbanist"/>
              <a:buNone/>
              <a:defRPr sz="800" b="1">
                <a:solidFill>
                  <a:schemeClr val="accent3"/>
                </a:solidFill>
              </a:defRPr>
            </a:lvl1pPr>
            <a:lvl2pPr lvl="1">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9pPr>
          </a:lstStyle>
          <a:p>
            <a:endParaRPr/>
          </a:p>
        </p:txBody>
      </p:sp>
      <p:sp>
        <p:nvSpPr>
          <p:cNvPr id="327" name="Google Shape;327;p29"/>
          <p:cNvSpPr txBox="1">
            <a:spLocks noGrp="1"/>
          </p:cNvSpPr>
          <p:nvPr>
            <p:ph type="subTitle" idx="17"/>
          </p:nvPr>
        </p:nvSpPr>
        <p:spPr>
          <a:xfrm>
            <a:off x="5877425" y="2219182"/>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800"/>
              <a:buFont typeface="Urbanist"/>
              <a:buNone/>
              <a:defRPr sz="800" b="1">
                <a:solidFill>
                  <a:schemeClr val="accent3"/>
                </a:solidFill>
              </a:defRPr>
            </a:lvl1pPr>
            <a:lvl2pPr lvl="1">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9pPr>
          </a:lstStyle>
          <a:p>
            <a:endParaRPr/>
          </a:p>
        </p:txBody>
      </p:sp>
      <p:sp>
        <p:nvSpPr>
          <p:cNvPr id="328" name="Google Shape;328;p29"/>
          <p:cNvSpPr txBox="1">
            <a:spLocks noGrp="1"/>
          </p:cNvSpPr>
          <p:nvPr>
            <p:ph type="subTitle" idx="18"/>
          </p:nvPr>
        </p:nvSpPr>
        <p:spPr>
          <a:xfrm>
            <a:off x="5877425" y="265725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800"/>
              <a:buFont typeface="Urbanist"/>
              <a:buNone/>
              <a:defRPr sz="800" b="1">
                <a:solidFill>
                  <a:schemeClr val="accent3"/>
                </a:solidFill>
              </a:defRPr>
            </a:lvl1pPr>
            <a:lvl2pPr lvl="1">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9pPr>
          </a:lstStyle>
          <a:p>
            <a:endParaRPr/>
          </a:p>
        </p:txBody>
      </p:sp>
      <p:sp>
        <p:nvSpPr>
          <p:cNvPr id="329" name="Google Shape;329;p29"/>
          <p:cNvSpPr txBox="1">
            <a:spLocks noGrp="1"/>
          </p:cNvSpPr>
          <p:nvPr>
            <p:ph type="subTitle" idx="19"/>
          </p:nvPr>
        </p:nvSpPr>
        <p:spPr>
          <a:xfrm>
            <a:off x="5877425" y="3354932"/>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a:endParaRPr/>
          </a:p>
        </p:txBody>
      </p:sp>
      <p:sp>
        <p:nvSpPr>
          <p:cNvPr id="330" name="Google Shape;330;p29"/>
          <p:cNvSpPr txBox="1">
            <a:spLocks noGrp="1"/>
          </p:cNvSpPr>
          <p:nvPr>
            <p:ph type="subTitle" idx="20"/>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331" name="Google Shape;331;p29"/>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32" name="Google Shape;332;p29"/>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Milestones">
  <p:cSld name="CUSTOM_4">
    <p:spTree>
      <p:nvGrpSpPr>
        <p:cNvPr id="1" name="Shape 333"/>
        <p:cNvGrpSpPr/>
        <p:nvPr/>
      </p:nvGrpSpPr>
      <p:grpSpPr>
        <a:xfrm>
          <a:off x="0" y="0"/>
          <a:ext cx="0" cy="0"/>
          <a:chOff x="0" y="0"/>
          <a:chExt cx="0" cy="0"/>
        </a:xfrm>
      </p:grpSpPr>
      <p:sp>
        <p:nvSpPr>
          <p:cNvPr id="334" name="Google Shape;334;p30"/>
          <p:cNvSpPr txBox="1">
            <a:spLocks noGrp="1"/>
          </p:cNvSpPr>
          <p:nvPr>
            <p:ph type="body" idx="1"/>
          </p:nvPr>
        </p:nvSpPr>
        <p:spPr>
          <a:xfrm>
            <a:off x="2054000" y="2952175"/>
            <a:ext cx="1377600" cy="937800"/>
          </a:xfrm>
          <a:prstGeom prst="rect">
            <a:avLst/>
          </a:prstGeom>
        </p:spPr>
        <p:txBody>
          <a:bodyPr spcFirstLastPara="1" wrap="square" lIns="0" tIns="0" rIns="0" bIns="0" anchor="t" anchorCtr="0">
            <a:sp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800"/>
              </a:spcBef>
              <a:spcAft>
                <a:spcPts val="0"/>
              </a:spcAft>
              <a:buSzPts val="1000"/>
              <a:buChar char="○"/>
              <a:defRPr sz="1000"/>
            </a:lvl2pPr>
            <a:lvl3pPr marL="1371600" lvl="2" indent="-292100">
              <a:lnSpc>
                <a:spcPct val="100000"/>
              </a:lnSpc>
              <a:spcBef>
                <a:spcPts val="800"/>
              </a:spcBef>
              <a:spcAft>
                <a:spcPts val="0"/>
              </a:spcAft>
              <a:buSzPts val="1000"/>
              <a:buChar char="■"/>
              <a:defRPr sz="1000"/>
            </a:lvl3pPr>
            <a:lvl4pPr marL="1828800" lvl="3" indent="-292100">
              <a:lnSpc>
                <a:spcPct val="100000"/>
              </a:lnSpc>
              <a:spcBef>
                <a:spcPts val="800"/>
              </a:spcBef>
              <a:spcAft>
                <a:spcPts val="0"/>
              </a:spcAft>
              <a:buSzPts val="1000"/>
              <a:buChar char="●"/>
              <a:defRPr sz="1000"/>
            </a:lvl4pPr>
            <a:lvl5pPr marL="2286000" lvl="4" indent="-292100">
              <a:lnSpc>
                <a:spcPct val="100000"/>
              </a:lnSpc>
              <a:spcBef>
                <a:spcPts val="800"/>
              </a:spcBef>
              <a:spcAft>
                <a:spcPts val="0"/>
              </a:spcAft>
              <a:buSzPts val="1000"/>
              <a:buChar char="○"/>
              <a:defRPr sz="1000"/>
            </a:lvl5pPr>
            <a:lvl6pPr marL="2743200" lvl="5" indent="-292100">
              <a:lnSpc>
                <a:spcPct val="100000"/>
              </a:lnSpc>
              <a:spcBef>
                <a:spcPts val="800"/>
              </a:spcBef>
              <a:spcAft>
                <a:spcPts val="0"/>
              </a:spcAft>
              <a:buSzPts val="1000"/>
              <a:buChar char="■"/>
              <a:defRPr sz="1000"/>
            </a:lvl6pPr>
            <a:lvl7pPr marL="3200400" lvl="6" indent="-292100">
              <a:lnSpc>
                <a:spcPct val="100000"/>
              </a:lnSpc>
              <a:spcBef>
                <a:spcPts val="800"/>
              </a:spcBef>
              <a:spcAft>
                <a:spcPts val="0"/>
              </a:spcAft>
              <a:buSzPts val="1000"/>
              <a:buChar char="●"/>
              <a:defRPr sz="1000"/>
            </a:lvl7pPr>
            <a:lvl8pPr marL="3657600" lvl="7" indent="-292100">
              <a:lnSpc>
                <a:spcPct val="100000"/>
              </a:lnSpc>
              <a:spcBef>
                <a:spcPts val="800"/>
              </a:spcBef>
              <a:spcAft>
                <a:spcPts val="0"/>
              </a:spcAft>
              <a:buSzPts val="1000"/>
              <a:buChar char="○"/>
              <a:defRPr sz="1000"/>
            </a:lvl8pPr>
            <a:lvl9pPr marL="4114800" lvl="8" indent="-292100">
              <a:lnSpc>
                <a:spcPct val="100000"/>
              </a:lnSpc>
              <a:spcBef>
                <a:spcPts val="800"/>
              </a:spcBef>
              <a:spcAft>
                <a:spcPts val="800"/>
              </a:spcAft>
              <a:buSzPts val="1000"/>
              <a:buChar char="■"/>
              <a:defRPr sz="1000"/>
            </a:lvl9pPr>
          </a:lstStyle>
          <a:p>
            <a:endParaRPr/>
          </a:p>
        </p:txBody>
      </p:sp>
      <p:sp>
        <p:nvSpPr>
          <p:cNvPr id="335" name="Google Shape;335;p30"/>
          <p:cNvSpPr txBox="1">
            <a:spLocks noGrp="1"/>
          </p:cNvSpPr>
          <p:nvPr>
            <p:ph type="body" idx="2"/>
          </p:nvPr>
        </p:nvSpPr>
        <p:spPr>
          <a:xfrm>
            <a:off x="246150" y="2952175"/>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36" name="Google Shape;336;p30"/>
          <p:cNvSpPr txBox="1">
            <a:spLocks noGrp="1"/>
          </p:cNvSpPr>
          <p:nvPr>
            <p:ph type="subTitle" idx="3"/>
          </p:nvPr>
        </p:nvSpPr>
        <p:spPr>
          <a:xfrm>
            <a:off x="3829950"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37" name="Google Shape;337;p30"/>
          <p:cNvSpPr txBox="1">
            <a:spLocks noGrp="1"/>
          </p:cNvSpPr>
          <p:nvPr>
            <p:ph type="body" idx="4"/>
          </p:nvPr>
        </p:nvSpPr>
        <p:spPr>
          <a:xfrm>
            <a:off x="3848250" y="2952163"/>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38" name="Google Shape;338;p30"/>
          <p:cNvSpPr txBox="1">
            <a:spLocks noGrp="1"/>
          </p:cNvSpPr>
          <p:nvPr>
            <p:ph type="subTitle" idx="5"/>
          </p:nvPr>
        </p:nvSpPr>
        <p:spPr>
          <a:xfrm>
            <a:off x="20774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a:endParaRPr/>
          </a:p>
        </p:txBody>
      </p:sp>
      <p:sp>
        <p:nvSpPr>
          <p:cNvPr id="339" name="Google Shape;339;p30"/>
          <p:cNvSpPr txBox="1">
            <a:spLocks noGrp="1"/>
          </p:cNvSpPr>
          <p:nvPr>
            <p:ph type="body" idx="6"/>
          </p:nvPr>
        </p:nvSpPr>
        <p:spPr>
          <a:xfrm>
            <a:off x="5634175" y="2952175"/>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40" name="Google Shape;340;p30"/>
          <p:cNvSpPr txBox="1">
            <a:spLocks noGrp="1"/>
          </p:cNvSpPr>
          <p:nvPr>
            <p:ph type="subTitle" idx="7"/>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41" name="Google Shape;341;p30"/>
          <p:cNvSpPr txBox="1">
            <a:spLocks noGrp="1"/>
          </p:cNvSpPr>
          <p:nvPr>
            <p:ph type="subTitle" idx="8"/>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42" name="Google Shape;342;p30"/>
          <p:cNvSpPr txBox="1">
            <a:spLocks noGrp="1"/>
          </p:cNvSpPr>
          <p:nvPr>
            <p:ph type="subTitle" idx="9"/>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343" name="Google Shape;343;p30"/>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344" name="Google Shape;344;p30"/>
          <p:cNvSpPr txBox="1">
            <a:spLocks noGrp="1"/>
          </p:cNvSpPr>
          <p:nvPr>
            <p:ph type="title"/>
          </p:nvPr>
        </p:nvSpPr>
        <p:spPr>
          <a:xfrm>
            <a:off x="228600" y="613525"/>
            <a:ext cx="6841500" cy="7530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345" name="Google Shape;345;p30"/>
          <p:cNvSpPr txBox="1">
            <a:spLocks noGrp="1"/>
          </p:cNvSpPr>
          <p:nvPr>
            <p:ph type="subTitle" idx="13"/>
          </p:nvPr>
        </p:nvSpPr>
        <p:spPr>
          <a:xfrm>
            <a:off x="2775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a:endParaRPr/>
          </a:p>
        </p:txBody>
      </p:sp>
      <p:sp>
        <p:nvSpPr>
          <p:cNvPr id="346" name="Google Shape;346;p30"/>
          <p:cNvSpPr txBox="1">
            <a:spLocks noGrp="1"/>
          </p:cNvSpPr>
          <p:nvPr>
            <p:ph type="subTitle" idx="14"/>
          </p:nvPr>
        </p:nvSpPr>
        <p:spPr>
          <a:xfrm>
            <a:off x="38773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a:endParaRPr/>
          </a:p>
        </p:txBody>
      </p:sp>
      <p:sp>
        <p:nvSpPr>
          <p:cNvPr id="347" name="Google Shape;347;p30"/>
          <p:cNvSpPr txBox="1">
            <a:spLocks noGrp="1"/>
          </p:cNvSpPr>
          <p:nvPr>
            <p:ph type="subTitle" idx="15"/>
          </p:nvPr>
        </p:nvSpPr>
        <p:spPr>
          <a:xfrm>
            <a:off x="56772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a:endParaRPr/>
          </a:p>
        </p:txBody>
      </p:sp>
      <p:sp>
        <p:nvSpPr>
          <p:cNvPr id="348" name="Google Shape;348;p30"/>
          <p:cNvSpPr txBox="1">
            <a:spLocks noGrp="1"/>
          </p:cNvSpPr>
          <p:nvPr>
            <p:ph type="subTitle" idx="16"/>
          </p:nvPr>
        </p:nvSpPr>
        <p:spPr>
          <a:xfrm>
            <a:off x="74771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a:endParaRPr/>
          </a:p>
        </p:txBody>
      </p:sp>
      <p:sp>
        <p:nvSpPr>
          <p:cNvPr id="349" name="Google Shape;349;p30"/>
          <p:cNvSpPr txBox="1">
            <a:spLocks noGrp="1"/>
          </p:cNvSpPr>
          <p:nvPr>
            <p:ph type="subTitle" idx="17"/>
          </p:nvPr>
        </p:nvSpPr>
        <p:spPr>
          <a:xfrm>
            <a:off x="238800"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1200"/>
              <a:buFont typeface="Urbanist"/>
              <a:buNone/>
              <a:defRPr sz="1200" b="1">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0" name="Google Shape;350;p30"/>
          <p:cNvSpPr txBox="1">
            <a:spLocks noGrp="1"/>
          </p:cNvSpPr>
          <p:nvPr>
            <p:ph type="subTitle" idx="18"/>
          </p:nvPr>
        </p:nvSpPr>
        <p:spPr>
          <a:xfrm>
            <a:off x="2034375"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51" name="Google Shape;351;p30"/>
          <p:cNvSpPr txBox="1">
            <a:spLocks noGrp="1"/>
          </p:cNvSpPr>
          <p:nvPr>
            <p:ph type="subTitle" idx="19"/>
          </p:nvPr>
        </p:nvSpPr>
        <p:spPr>
          <a:xfrm>
            <a:off x="5645375"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52" name="Google Shape;352;p30"/>
          <p:cNvSpPr txBox="1">
            <a:spLocks noGrp="1"/>
          </p:cNvSpPr>
          <p:nvPr>
            <p:ph type="subTitle" idx="20"/>
          </p:nvPr>
        </p:nvSpPr>
        <p:spPr>
          <a:xfrm>
            <a:off x="7460789"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53" name="Google Shape;353;p30"/>
          <p:cNvSpPr txBox="1">
            <a:spLocks noGrp="1"/>
          </p:cNvSpPr>
          <p:nvPr>
            <p:ph type="subTitle" idx="21"/>
          </p:nvPr>
        </p:nvSpPr>
        <p:spPr>
          <a:xfrm>
            <a:off x="372900" y="202945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a:endParaRPr/>
          </a:p>
        </p:txBody>
      </p:sp>
      <p:sp>
        <p:nvSpPr>
          <p:cNvPr id="354" name="Google Shape;354;p30"/>
          <p:cNvSpPr txBox="1">
            <a:spLocks noGrp="1"/>
          </p:cNvSpPr>
          <p:nvPr>
            <p:ph type="subTitle" idx="22"/>
          </p:nvPr>
        </p:nvSpPr>
        <p:spPr>
          <a:xfrm>
            <a:off x="2178663"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55" name="Google Shape;355;p30"/>
          <p:cNvSpPr txBox="1">
            <a:spLocks noGrp="1"/>
          </p:cNvSpPr>
          <p:nvPr>
            <p:ph type="subTitle" idx="23"/>
          </p:nvPr>
        </p:nvSpPr>
        <p:spPr>
          <a:xfrm>
            <a:off x="3974250"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56" name="Google Shape;356;p30"/>
          <p:cNvSpPr txBox="1">
            <a:spLocks noGrp="1"/>
          </p:cNvSpPr>
          <p:nvPr>
            <p:ph type="subTitle" idx="24"/>
          </p:nvPr>
        </p:nvSpPr>
        <p:spPr>
          <a:xfrm>
            <a:off x="5789675"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57" name="Google Shape;357;p30"/>
          <p:cNvSpPr txBox="1">
            <a:spLocks noGrp="1"/>
          </p:cNvSpPr>
          <p:nvPr>
            <p:ph type="subTitle" idx="25"/>
          </p:nvPr>
        </p:nvSpPr>
        <p:spPr>
          <a:xfrm>
            <a:off x="7605089"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58" name="Google Shape;358;p30"/>
          <p:cNvSpPr txBox="1">
            <a:spLocks noGrp="1"/>
          </p:cNvSpPr>
          <p:nvPr>
            <p:ph type="body" idx="26"/>
          </p:nvPr>
        </p:nvSpPr>
        <p:spPr>
          <a:xfrm>
            <a:off x="7450350" y="2952175"/>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59" name="Google Shape;359;p30"/>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60" name="Google Shape;360;p30"/>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Metrics ">
  <p:cSld name="CUSTOM_5">
    <p:spTree>
      <p:nvGrpSpPr>
        <p:cNvPr id="1" name="Shape 361"/>
        <p:cNvGrpSpPr/>
        <p:nvPr/>
      </p:nvGrpSpPr>
      <p:grpSpPr>
        <a:xfrm>
          <a:off x="0" y="0"/>
          <a:ext cx="0" cy="0"/>
          <a:chOff x="0" y="0"/>
          <a:chExt cx="0" cy="0"/>
        </a:xfrm>
      </p:grpSpPr>
      <p:sp>
        <p:nvSpPr>
          <p:cNvPr id="362" name="Google Shape;362;p31"/>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63" name="Google Shape;363;p31"/>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64" name="Google Shape;364;p31"/>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365" name="Google Shape;365;p31"/>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366" name="Google Shape;366;p31"/>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67" name="Google Shape;367;p31"/>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68" name="Google Shape;368;p31"/>
          <p:cNvSpPr txBox="1">
            <a:spLocks noGrp="1"/>
          </p:cNvSpPr>
          <p:nvPr>
            <p:ph type="subTitle" idx="4"/>
          </p:nvPr>
        </p:nvSpPr>
        <p:spPr>
          <a:xfrm>
            <a:off x="6314800" y="458325"/>
            <a:ext cx="2294700" cy="330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9" name="Google Shape;369;p31"/>
          <p:cNvSpPr txBox="1">
            <a:spLocks noGrp="1"/>
          </p:cNvSpPr>
          <p:nvPr>
            <p:ph type="title"/>
          </p:nvPr>
        </p:nvSpPr>
        <p:spPr>
          <a:xfrm>
            <a:off x="237650" y="746900"/>
            <a:ext cx="2834700" cy="25908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a:endParaRPr/>
          </a:p>
        </p:txBody>
      </p:sp>
      <p:sp>
        <p:nvSpPr>
          <p:cNvPr id="370" name="Google Shape;370;p31"/>
          <p:cNvSpPr txBox="1">
            <a:spLocks noGrp="1"/>
          </p:cNvSpPr>
          <p:nvPr>
            <p:ph type="subTitle" idx="5"/>
          </p:nvPr>
        </p:nvSpPr>
        <p:spPr>
          <a:xfrm>
            <a:off x="229175" y="229175"/>
            <a:ext cx="2834700" cy="330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371" name="Google Shape;371;p31"/>
          <p:cNvSpPr txBox="1">
            <a:spLocks noGrp="1"/>
          </p:cNvSpPr>
          <p:nvPr>
            <p:ph type="subTitle" idx="6"/>
          </p:nvPr>
        </p:nvSpPr>
        <p:spPr>
          <a:xfrm>
            <a:off x="3437500" y="882725"/>
            <a:ext cx="2294700" cy="500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72" name="Google Shape;372;p31"/>
          <p:cNvSpPr txBox="1">
            <a:spLocks noGrp="1"/>
          </p:cNvSpPr>
          <p:nvPr>
            <p:ph type="title" idx="7"/>
          </p:nvPr>
        </p:nvSpPr>
        <p:spPr>
          <a:xfrm>
            <a:off x="3611850" y="1848195"/>
            <a:ext cx="1924200" cy="594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a:endParaRPr/>
          </a:p>
        </p:txBody>
      </p:sp>
      <p:sp>
        <p:nvSpPr>
          <p:cNvPr id="373" name="Google Shape;373;p31"/>
          <p:cNvSpPr txBox="1">
            <a:spLocks noGrp="1"/>
          </p:cNvSpPr>
          <p:nvPr>
            <p:ph type="title" idx="8"/>
          </p:nvPr>
        </p:nvSpPr>
        <p:spPr>
          <a:xfrm>
            <a:off x="3611850" y="3250202"/>
            <a:ext cx="1920300" cy="59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a:endParaRPr/>
          </a:p>
        </p:txBody>
      </p:sp>
      <p:sp>
        <p:nvSpPr>
          <p:cNvPr id="374" name="Google Shape;374;p31"/>
          <p:cNvSpPr txBox="1">
            <a:spLocks noGrp="1"/>
          </p:cNvSpPr>
          <p:nvPr>
            <p:ph type="subTitle" idx="9"/>
          </p:nvPr>
        </p:nvSpPr>
        <p:spPr>
          <a:xfrm>
            <a:off x="3611850" y="2707575"/>
            <a:ext cx="2120400" cy="168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75" name="Google Shape;375;p31"/>
          <p:cNvSpPr txBox="1">
            <a:spLocks noGrp="1"/>
          </p:cNvSpPr>
          <p:nvPr>
            <p:ph type="subTitle" idx="13"/>
          </p:nvPr>
        </p:nvSpPr>
        <p:spPr>
          <a:xfrm>
            <a:off x="3611850" y="4076800"/>
            <a:ext cx="2120400" cy="168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76" name="Google Shape;376;p31"/>
          <p:cNvSpPr txBox="1">
            <a:spLocks noGrp="1"/>
          </p:cNvSpPr>
          <p:nvPr>
            <p:ph type="subTitle" idx="14"/>
          </p:nvPr>
        </p:nvSpPr>
        <p:spPr>
          <a:xfrm>
            <a:off x="6258900" y="3267725"/>
            <a:ext cx="2478300" cy="500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77" name="Google Shape;377;p31"/>
          <p:cNvSpPr txBox="1">
            <a:spLocks noGrp="1"/>
          </p:cNvSpPr>
          <p:nvPr>
            <p:ph type="subTitle" idx="15"/>
          </p:nvPr>
        </p:nvSpPr>
        <p:spPr>
          <a:xfrm>
            <a:off x="6258900" y="3955225"/>
            <a:ext cx="2478300" cy="3300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78"/>
        <p:cNvGrpSpPr/>
        <p:nvPr/>
      </p:nvGrpSpPr>
      <p:grpSpPr>
        <a:xfrm>
          <a:off x="0" y="0"/>
          <a:ext cx="0" cy="0"/>
          <a:chOff x="0" y="0"/>
          <a:chExt cx="0" cy="0"/>
        </a:xfrm>
      </p:grpSpPr>
      <p:sp>
        <p:nvSpPr>
          <p:cNvPr id="379" name="Google Shape;379;p3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80" name="Google Shape;380;p3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81"/>
        <p:cNvGrpSpPr/>
        <p:nvPr/>
      </p:nvGrpSpPr>
      <p:grpSpPr>
        <a:xfrm>
          <a:off x="0" y="0"/>
          <a:ext cx="0" cy="0"/>
          <a:chOff x="0" y="0"/>
          <a:chExt cx="0" cy="0"/>
        </a:xfrm>
      </p:grpSpPr>
      <p:sp>
        <p:nvSpPr>
          <p:cNvPr id="382" name="Google Shape;382;p3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383"/>
        <p:cNvGrpSpPr/>
        <p:nvPr/>
      </p:nvGrpSpPr>
      <p:grpSpPr>
        <a:xfrm>
          <a:off x="0" y="0"/>
          <a:ext cx="0" cy="0"/>
          <a:chOff x="0" y="0"/>
          <a:chExt cx="0" cy="0"/>
        </a:xfrm>
      </p:grpSpPr>
      <p:sp>
        <p:nvSpPr>
          <p:cNvPr id="384" name="Google Shape;384;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85" name="Google Shape;385;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386"/>
        <p:cNvGrpSpPr/>
        <p:nvPr/>
      </p:nvGrpSpPr>
      <p:grpSpPr>
        <a:xfrm>
          <a:off x="0" y="0"/>
          <a:ext cx="0" cy="0"/>
          <a:chOff x="0" y="0"/>
          <a:chExt cx="0" cy="0"/>
        </a:xfrm>
      </p:grpSpPr>
      <p:sp>
        <p:nvSpPr>
          <p:cNvPr id="387" name="Google Shape;387;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88" name="Google Shape;388;p3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9" name="Google Shape;389;p3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90"/>
        <p:cNvGrpSpPr/>
        <p:nvPr/>
      </p:nvGrpSpPr>
      <p:grpSpPr>
        <a:xfrm>
          <a:off x="0" y="0"/>
          <a:ext cx="0" cy="0"/>
          <a:chOff x="0" y="0"/>
          <a:chExt cx="0" cy="0"/>
        </a:xfrm>
      </p:grpSpPr>
      <p:sp>
        <p:nvSpPr>
          <p:cNvPr id="391" name="Google Shape;391;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92"/>
        <p:cNvGrpSpPr/>
        <p:nvPr/>
      </p:nvGrpSpPr>
      <p:grpSpPr>
        <a:xfrm>
          <a:off x="0" y="0"/>
          <a:ext cx="0" cy="0"/>
          <a:chOff x="0" y="0"/>
          <a:chExt cx="0" cy="0"/>
        </a:xfrm>
      </p:grpSpPr>
      <p:sp>
        <p:nvSpPr>
          <p:cNvPr id="393" name="Google Shape;393;p3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94" name="Google Shape;394;p3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95"/>
        <p:cNvGrpSpPr/>
        <p:nvPr/>
      </p:nvGrpSpPr>
      <p:grpSpPr>
        <a:xfrm>
          <a:off x="0" y="0"/>
          <a:ext cx="0" cy="0"/>
          <a:chOff x="0" y="0"/>
          <a:chExt cx="0" cy="0"/>
        </a:xfrm>
      </p:grpSpPr>
      <p:sp>
        <p:nvSpPr>
          <p:cNvPr id="396" name="Google Shape;396;p3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97"/>
        <p:cNvGrpSpPr/>
        <p:nvPr/>
      </p:nvGrpSpPr>
      <p:grpSpPr>
        <a:xfrm>
          <a:off x="0" y="0"/>
          <a:ext cx="0" cy="0"/>
          <a:chOff x="0" y="0"/>
          <a:chExt cx="0" cy="0"/>
        </a:xfrm>
      </p:grpSpPr>
      <p:sp>
        <p:nvSpPr>
          <p:cNvPr id="398" name="Google Shape;398;p3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9" name="Google Shape;399;p3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400" name="Google Shape;400;p3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01"/>
        <p:cNvGrpSpPr/>
        <p:nvPr/>
      </p:nvGrpSpPr>
      <p:grpSpPr>
        <a:xfrm>
          <a:off x="0" y="0"/>
          <a:ext cx="0" cy="0"/>
          <a:chOff x="0" y="0"/>
          <a:chExt cx="0" cy="0"/>
        </a:xfrm>
      </p:grpSpPr>
      <p:sp>
        <p:nvSpPr>
          <p:cNvPr id="402" name="Google Shape;402;p4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03"/>
        <p:cNvGrpSpPr/>
        <p:nvPr/>
      </p:nvGrpSpPr>
      <p:grpSpPr>
        <a:xfrm>
          <a:off x="0" y="0"/>
          <a:ext cx="0" cy="0"/>
          <a:chOff x="0" y="0"/>
          <a:chExt cx="0" cy="0"/>
        </a:xfrm>
      </p:grpSpPr>
      <p:sp>
        <p:nvSpPr>
          <p:cNvPr id="404" name="Google Shape;404;p4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5" name="Google Shape;405;p4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06"/>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407"/>
        <p:cNvGrpSpPr/>
        <p:nvPr/>
      </p:nvGrpSpPr>
      <p:grpSpPr>
        <a:xfrm>
          <a:off x="0" y="0"/>
          <a:ext cx="0" cy="0"/>
          <a:chOff x="0" y="0"/>
          <a:chExt cx="0" cy="0"/>
        </a:xfrm>
      </p:grpSpPr>
      <p:sp>
        <p:nvSpPr>
          <p:cNvPr id="408" name="Google Shape;408;p43"/>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9" name="Google Shape;409;p43"/>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0" name="Google Shape;410;p43"/>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1" name="Google Shape;411;p43"/>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2" name="Google Shape;412;p43"/>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3" name="Google Shape;413;p43"/>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4" name="Google Shape;414;p43"/>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415"/>
        <p:cNvGrpSpPr/>
        <p:nvPr/>
      </p:nvGrpSpPr>
      <p:grpSpPr>
        <a:xfrm>
          <a:off x="0" y="0"/>
          <a:ext cx="0" cy="0"/>
          <a:chOff x="0" y="0"/>
          <a:chExt cx="0" cy="0"/>
        </a:xfrm>
      </p:grpSpPr>
      <p:sp>
        <p:nvSpPr>
          <p:cNvPr id="416" name="Google Shape;416;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17" name="Google Shape;417;p44"/>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18" name="Google Shape;418;p44"/>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419"/>
        <p:cNvGrpSpPr/>
        <p:nvPr/>
      </p:nvGrpSpPr>
      <p:grpSpPr>
        <a:xfrm>
          <a:off x="0" y="0"/>
          <a:ext cx="0" cy="0"/>
          <a:chOff x="0" y="0"/>
          <a:chExt cx="0" cy="0"/>
        </a:xfrm>
      </p:grpSpPr>
      <p:sp>
        <p:nvSpPr>
          <p:cNvPr id="420" name="Google Shape;420;p45"/>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21" name="Google Shape;421;p45"/>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22" name="Google Shape;422;p45"/>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23" name="Google Shape;423;p45"/>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24" name="Google Shape;424;p45"/>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425"/>
        <p:cNvGrpSpPr/>
        <p:nvPr/>
      </p:nvGrpSpPr>
      <p:grpSpPr>
        <a:xfrm>
          <a:off x="0" y="0"/>
          <a:ext cx="0" cy="0"/>
          <a:chOff x="0" y="0"/>
          <a:chExt cx="0" cy="0"/>
        </a:xfrm>
      </p:grpSpPr>
      <p:sp>
        <p:nvSpPr>
          <p:cNvPr id="426" name="Google Shape;426;p46"/>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27" name="Google Shape;427;p46"/>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28" name="Google Shape;428;p46"/>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29" name="Google Shape;429;p46"/>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30" name="Google Shape;430;p46"/>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31" name="Google Shape;431;p46"/>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32" name="Google Shape;432;p46"/>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433"/>
        <p:cNvGrpSpPr/>
        <p:nvPr/>
      </p:nvGrpSpPr>
      <p:grpSpPr>
        <a:xfrm>
          <a:off x="0" y="0"/>
          <a:ext cx="0" cy="0"/>
          <a:chOff x="0" y="0"/>
          <a:chExt cx="0" cy="0"/>
        </a:xfrm>
      </p:grpSpPr>
      <p:sp>
        <p:nvSpPr>
          <p:cNvPr id="434" name="Google Shape;434;p47"/>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35" name="Google Shape;435;p47"/>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36" name="Google Shape;436;p47"/>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37" name="Google Shape;437;p47"/>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38" name="Google Shape;438;p47"/>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39" name="Google Shape;439;p47"/>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0" name="Google Shape;440;p47"/>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1" name="Google Shape;441;p47"/>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2" name="Google Shape;442;p47"/>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443"/>
        <p:cNvGrpSpPr/>
        <p:nvPr/>
      </p:nvGrpSpPr>
      <p:grpSpPr>
        <a:xfrm>
          <a:off x="0" y="0"/>
          <a:ext cx="0" cy="0"/>
          <a:chOff x="0" y="0"/>
          <a:chExt cx="0" cy="0"/>
        </a:xfrm>
      </p:grpSpPr>
      <p:sp>
        <p:nvSpPr>
          <p:cNvPr id="444" name="Google Shape;444;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45" name="Google Shape;445;p48"/>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446"/>
        <p:cNvGrpSpPr/>
        <p:nvPr/>
      </p:nvGrpSpPr>
      <p:grpSpPr>
        <a:xfrm>
          <a:off x="0" y="0"/>
          <a:ext cx="0" cy="0"/>
          <a:chOff x="0" y="0"/>
          <a:chExt cx="0" cy="0"/>
        </a:xfrm>
      </p:grpSpPr>
      <p:sp>
        <p:nvSpPr>
          <p:cNvPr id="447" name="Google Shape;447;p49"/>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48" name="Google Shape;448;p49"/>
          <p:cNvSpPr>
            <a:spLocks noGrp="1"/>
          </p:cNvSpPr>
          <p:nvPr>
            <p:ph type="pic" idx="2"/>
          </p:nvPr>
        </p:nvSpPr>
        <p:spPr>
          <a:xfrm>
            <a:off x="4804825" y="1133300"/>
            <a:ext cx="4027500" cy="2392800"/>
          </a:xfrm>
          <a:prstGeom prst="rect">
            <a:avLst/>
          </a:prstGeom>
          <a:noFill/>
          <a:ln>
            <a:noFill/>
          </a:ln>
        </p:spPr>
      </p:sp>
      <p:sp>
        <p:nvSpPr>
          <p:cNvPr id="449" name="Google Shape;449;p49"/>
          <p:cNvSpPr>
            <a:spLocks noGrp="1"/>
          </p:cNvSpPr>
          <p:nvPr>
            <p:ph type="pic" idx="3"/>
          </p:nvPr>
        </p:nvSpPr>
        <p:spPr>
          <a:xfrm>
            <a:off x="311725" y="1133300"/>
            <a:ext cx="4027500" cy="2392800"/>
          </a:xfrm>
          <a:prstGeom prst="rect">
            <a:avLst/>
          </a:prstGeom>
          <a:noFill/>
          <a:ln>
            <a:noFill/>
          </a:ln>
        </p:spPr>
      </p:sp>
      <p:sp>
        <p:nvSpPr>
          <p:cNvPr id="450" name="Google Shape;450;p49"/>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51" name="Google Shape;451;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2" name="Google Shape;452;p49"/>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53" name="Google Shape;453;p49"/>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454"/>
        <p:cNvGrpSpPr/>
        <p:nvPr/>
      </p:nvGrpSpPr>
      <p:grpSpPr>
        <a:xfrm>
          <a:off x="0" y="0"/>
          <a:ext cx="0" cy="0"/>
          <a:chOff x="0" y="0"/>
          <a:chExt cx="0" cy="0"/>
        </a:xfrm>
      </p:grpSpPr>
      <p:sp>
        <p:nvSpPr>
          <p:cNvPr id="455" name="Google Shape;455;p50"/>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56" name="Google Shape;456;p50"/>
          <p:cNvSpPr>
            <a:spLocks noGrp="1"/>
          </p:cNvSpPr>
          <p:nvPr>
            <p:ph type="pic" idx="2"/>
          </p:nvPr>
        </p:nvSpPr>
        <p:spPr>
          <a:xfrm>
            <a:off x="6205225" y="1128325"/>
            <a:ext cx="2627100" cy="2273100"/>
          </a:xfrm>
          <a:prstGeom prst="rect">
            <a:avLst/>
          </a:prstGeom>
          <a:noFill/>
          <a:ln>
            <a:noFill/>
          </a:ln>
        </p:spPr>
      </p:sp>
      <p:sp>
        <p:nvSpPr>
          <p:cNvPr id="457" name="Google Shape;457;p50"/>
          <p:cNvSpPr>
            <a:spLocks noGrp="1"/>
          </p:cNvSpPr>
          <p:nvPr>
            <p:ph type="pic" idx="3"/>
          </p:nvPr>
        </p:nvSpPr>
        <p:spPr>
          <a:xfrm>
            <a:off x="311725" y="1128325"/>
            <a:ext cx="2627100" cy="2273100"/>
          </a:xfrm>
          <a:prstGeom prst="rect">
            <a:avLst/>
          </a:prstGeom>
          <a:noFill/>
          <a:ln>
            <a:noFill/>
          </a:ln>
        </p:spPr>
      </p:sp>
      <p:sp>
        <p:nvSpPr>
          <p:cNvPr id="458" name="Google Shape;458;p50"/>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59" name="Google Shape;459;p50"/>
          <p:cNvSpPr>
            <a:spLocks noGrp="1"/>
          </p:cNvSpPr>
          <p:nvPr>
            <p:ph type="pic" idx="5"/>
          </p:nvPr>
        </p:nvSpPr>
        <p:spPr>
          <a:xfrm>
            <a:off x="3255250" y="1128325"/>
            <a:ext cx="2627100" cy="2273100"/>
          </a:xfrm>
          <a:prstGeom prst="rect">
            <a:avLst/>
          </a:prstGeom>
          <a:noFill/>
          <a:ln>
            <a:noFill/>
          </a:ln>
        </p:spPr>
      </p:sp>
      <p:sp>
        <p:nvSpPr>
          <p:cNvPr id="460" name="Google Shape;460;p50"/>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61" name="Google Shape;461;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62" name="Google Shape;462;p50"/>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63" name="Google Shape;463;p50"/>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64" name="Google Shape;464;p50"/>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465"/>
        <p:cNvGrpSpPr/>
        <p:nvPr/>
      </p:nvGrpSpPr>
      <p:grpSpPr>
        <a:xfrm>
          <a:off x="0" y="0"/>
          <a:ext cx="0" cy="0"/>
          <a:chOff x="0" y="0"/>
          <a:chExt cx="0" cy="0"/>
        </a:xfrm>
      </p:grpSpPr>
      <p:sp>
        <p:nvSpPr>
          <p:cNvPr id="466" name="Google Shape;466;p51"/>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467"/>
        <p:cNvGrpSpPr/>
        <p:nvPr/>
      </p:nvGrpSpPr>
      <p:grpSpPr>
        <a:xfrm>
          <a:off x="0" y="0"/>
          <a:ext cx="0" cy="0"/>
          <a:chOff x="0" y="0"/>
          <a:chExt cx="0" cy="0"/>
        </a:xfrm>
      </p:grpSpPr>
      <p:sp>
        <p:nvSpPr>
          <p:cNvPr id="468" name="Google Shape;468;p52"/>
          <p:cNvSpPr>
            <a:spLocks noGrp="1"/>
          </p:cNvSpPr>
          <p:nvPr>
            <p:ph type="pic" idx="2"/>
          </p:nvPr>
        </p:nvSpPr>
        <p:spPr>
          <a:xfrm>
            <a:off x="3389600" y="118913"/>
            <a:ext cx="1643700" cy="1535100"/>
          </a:xfrm>
          <a:prstGeom prst="rect">
            <a:avLst/>
          </a:prstGeom>
          <a:noFill/>
          <a:ln>
            <a:noFill/>
          </a:ln>
        </p:spPr>
      </p:sp>
      <p:sp>
        <p:nvSpPr>
          <p:cNvPr id="469" name="Google Shape;469;p52"/>
          <p:cNvSpPr>
            <a:spLocks noGrp="1"/>
          </p:cNvSpPr>
          <p:nvPr>
            <p:ph type="pic" idx="3"/>
          </p:nvPr>
        </p:nvSpPr>
        <p:spPr>
          <a:xfrm>
            <a:off x="5195935" y="118913"/>
            <a:ext cx="1643700" cy="1535100"/>
          </a:xfrm>
          <a:prstGeom prst="rect">
            <a:avLst/>
          </a:prstGeom>
          <a:noFill/>
          <a:ln>
            <a:noFill/>
          </a:ln>
        </p:spPr>
      </p:sp>
      <p:sp>
        <p:nvSpPr>
          <p:cNvPr id="470" name="Google Shape;470;p52"/>
          <p:cNvSpPr>
            <a:spLocks noGrp="1"/>
          </p:cNvSpPr>
          <p:nvPr>
            <p:ph type="pic" idx="4"/>
          </p:nvPr>
        </p:nvSpPr>
        <p:spPr>
          <a:xfrm>
            <a:off x="7002270" y="118913"/>
            <a:ext cx="1643700" cy="1535100"/>
          </a:xfrm>
          <a:prstGeom prst="rect">
            <a:avLst/>
          </a:prstGeom>
          <a:noFill/>
          <a:ln>
            <a:noFill/>
          </a:ln>
        </p:spPr>
      </p:sp>
      <p:sp>
        <p:nvSpPr>
          <p:cNvPr id="471" name="Google Shape;471;p52"/>
          <p:cNvSpPr>
            <a:spLocks noGrp="1"/>
          </p:cNvSpPr>
          <p:nvPr>
            <p:ph type="pic" idx="5"/>
          </p:nvPr>
        </p:nvSpPr>
        <p:spPr>
          <a:xfrm>
            <a:off x="3389588" y="1804212"/>
            <a:ext cx="1643700" cy="1535100"/>
          </a:xfrm>
          <a:prstGeom prst="rect">
            <a:avLst/>
          </a:prstGeom>
          <a:noFill/>
          <a:ln>
            <a:noFill/>
          </a:ln>
        </p:spPr>
      </p:sp>
      <p:sp>
        <p:nvSpPr>
          <p:cNvPr id="472" name="Google Shape;472;p52"/>
          <p:cNvSpPr>
            <a:spLocks noGrp="1"/>
          </p:cNvSpPr>
          <p:nvPr>
            <p:ph type="pic" idx="6"/>
          </p:nvPr>
        </p:nvSpPr>
        <p:spPr>
          <a:xfrm>
            <a:off x="5195922" y="1804212"/>
            <a:ext cx="1643700" cy="1535100"/>
          </a:xfrm>
          <a:prstGeom prst="rect">
            <a:avLst/>
          </a:prstGeom>
          <a:noFill/>
          <a:ln>
            <a:noFill/>
          </a:ln>
        </p:spPr>
      </p:sp>
      <p:sp>
        <p:nvSpPr>
          <p:cNvPr id="473" name="Google Shape;473;p52"/>
          <p:cNvSpPr>
            <a:spLocks noGrp="1"/>
          </p:cNvSpPr>
          <p:nvPr>
            <p:ph type="pic" idx="7"/>
          </p:nvPr>
        </p:nvSpPr>
        <p:spPr>
          <a:xfrm>
            <a:off x="7002257" y="1804212"/>
            <a:ext cx="1643700" cy="1535100"/>
          </a:xfrm>
          <a:prstGeom prst="rect">
            <a:avLst/>
          </a:prstGeom>
          <a:noFill/>
          <a:ln>
            <a:noFill/>
          </a:ln>
        </p:spPr>
      </p:sp>
      <p:sp>
        <p:nvSpPr>
          <p:cNvPr id="474" name="Google Shape;474;p52"/>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75" name="Google Shape;475;p52"/>
          <p:cNvSpPr>
            <a:spLocks noGrp="1"/>
          </p:cNvSpPr>
          <p:nvPr>
            <p:ph type="pic" idx="8"/>
          </p:nvPr>
        </p:nvSpPr>
        <p:spPr>
          <a:xfrm>
            <a:off x="3389588" y="3489487"/>
            <a:ext cx="1643700" cy="1535100"/>
          </a:xfrm>
          <a:prstGeom prst="rect">
            <a:avLst/>
          </a:prstGeom>
          <a:noFill/>
          <a:ln>
            <a:noFill/>
          </a:ln>
        </p:spPr>
      </p:sp>
      <p:sp>
        <p:nvSpPr>
          <p:cNvPr id="476" name="Google Shape;476;p52"/>
          <p:cNvSpPr>
            <a:spLocks noGrp="1"/>
          </p:cNvSpPr>
          <p:nvPr>
            <p:ph type="pic" idx="9"/>
          </p:nvPr>
        </p:nvSpPr>
        <p:spPr>
          <a:xfrm>
            <a:off x="5195922" y="3489487"/>
            <a:ext cx="1643700" cy="1535100"/>
          </a:xfrm>
          <a:prstGeom prst="rect">
            <a:avLst/>
          </a:prstGeom>
          <a:noFill/>
          <a:ln>
            <a:noFill/>
          </a:ln>
        </p:spPr>
      </p:sp>
      <p:sp>
        <p:nvSpPr>
          <p:cNvPr id="477" name="Google Shape;477;p52"/>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theme" Target="../theme/theme2.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8" Type="http://schemas.openxmlformats.org/officeDocument/2006/relationships/slideLayout" Target="../slideLayouts/slideLayout19.xml"/><Relationship Id="rId3"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228600" y="1452125"/>
            <a:ext cx="5760600" cy="3460200"/>
          </a:xfrm>
          <a:prstGeom prst="rect">
            <a:avLst/>
          </a:prstGeom>
          <a:noFill/>
          <a:ln>
            <a:noFill/>
          </a:ln>
        </p:spPr>
        <p:txBody>
          <a:bodyPr spcFirstLastPara="1" wrap="square" lIns="91425" tIns="91425" rIns="91425" bIns="91425" anchor="t" anchorCtr="0">
            <a:spAutoFit/>
          </a:bodyPr>
          <a:lstStyle>
            <a:lvl1pPr marL="457200" lvl="0" indent="-3048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marL="914400" lvl="1"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marL="1371600" lvl="2"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marL="1828800" lvl="3"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marL="2286000" lvl="4"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marL="2743200" lvl="5"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marL="3200400" lvl="6"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marL="3657600" lvl="7"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marL="4114800" lvl="8" indent="-30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a:endParaRPr/>
          </a:p>
        </p:txBody>
      </p:sp>
      <p:sp>
        <p:nvSpPr>
          <p:cNvPr id="52" name="Google Shape;52;p13"/>
          <p:cNvSpPr txBox="1">
            <a:spLocks noGrp="1"/>
          </p:cNvSpPr>
          <p:nvPr>
            <p:ph type="title"/>
          </p:nvPr>
        </p:nvSpPr>
        <p:spPr>
          <a:xfrm>
            <a:off x="228600" y="85200"/>
            <a:ext cx="5236500" cy="1099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a:endParaRPr/>
          </a:p>
        </p:txBody>
      </p:sp>
      <p:sp>
        <p:nvSpPr>
          <p:cNvPr id="53" name="Google Shape;53;p13"/>
          <p:cNvSpPr txBox="1">
            <a:spLocks noGrp="1"/>
          </p:cNvSpPr>
          <p:nvPr>
            <p:ph type="body" idx="2"/>
          </p:nvPr>
        </p:nvSpPr>
        <p:spPr>
          <a:xfrm>
            <a:off x="4562525" y="1518250"/>
            <a:ext cx="3880800" cy="27654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marL="914400" lvl="1"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marL="1371600" lvl="2"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marL="1828800" lvl="3"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marL="2286000" lvl="4"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marL="2743200" lvl="5"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marL="3200400" lvl="6"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marL="3657600" lvl="7"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marL="4114800" lvl="8"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grpSp>
        <p:nvGrpSpPr>
          <p:cNvPr id="482" name="Google Shape;482;p53"/>
          <p:cNvGrpSpPr/>
          <p:nvPr/>
        </p:nvGrpSpPr>
        <p:grpSpPr>
          <a:xfrm>
            <a:off x="228591" y="3127350"/>
            <a:ext cx="233094" cy="233094"/>
            <a:chOff x="259788" y="1923155"/>
            <a:chExt cx="409800" cy="409800"/>
          </a:xfrm>
        </p:grpSpPr>
        <p:sp>
          <p:nvSpPr>
            <p:cNvPr id="483" name="Google Shape;483;p53"/>
            <p:cNvSpPr/>
            <p:nvPr/>
          </p:nvSpPr>
          <p:spPr>
            <a:xfrm>
              <a:off x="259788" y="1923155"/>
              <a:ext cx="409800" cy="409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Urbanist"/>
                <a:ea typeface="Urbanist"/>
                <a:cs typeface="Urbanist"/>
                <a:sym typeface="Urbanist"/>
              </a:endParaRPr>
            </a:p>
          </p:txBody>
        </p:sp>
        <p:grpSp>
          <p:nvGrpSpPr>
            <p:cNvPr id="484" name="Google Shape;484;p53"/>
            <p:cNvGrpSpPr/>
            <p:nvPr/>
          </p:nvGrpSpPr>
          <p:grpSpPr>
            <a:xfrm>
              <a:off x="362088" y="2093825"/>
              <a:ext cx="205200" cy="102600"/>
              <a:chOff x="498725" y="2069800"/>
              <a:chExt cx="205200" cy="102600"/>
            </a:xfrm>
          </p:grpSpPr>
          <p:cxnSp>
            <p:nvCxnSpPr>
              <p:cNvPr id="485" name="Google Shape;485;p53"/>
              <p:cNvCxnSpPr/>
              <p:nvPr/>
            </p:nvCxnSpPr>
            <p:spPr>
              <a:xfrm>
                <a:off x="498725" y="2069800"/>
                <a:ext cx="102600" cy="102600"/>
              </a:xfrm>
              <a:prstGeom prst="straightConnector1">
                <a:avLst/>
              </a:prstGeom>
              <a:noFill/>
              <a:ln w="9525" cap="flat" cmpd="sng">
                <a:solidFill>
                  <a:schemeClr val="dk2"/>
                </a:solidFill>
                <a:prstDash val="solid"/>
                <a:round/>
                <a:headEnd type="none" w="med" len="med"/>
                <a:tailEnd type="none" w="med" len="med"/>
              </a:ln>
            </p:spPr>
          </p:cxnSp>
          <p:cxnSp>
            <p:nvCxnSpPr>
              <p:cNvPr id="486" name="Google Shape;486;p53"/>
              <p:cNvCxnSpPr/>
              <p:nvPr/>
            </p:nvCxnSpPr>
            <p:spPr>
              <a:xfrm flipH="1">
                <a:off x="601325" y="2069800"/>
                <a:ext cx="102600" cy="102600"/>
              </a:xfrm>
              <a:prstGeom prst="straightConnector1">
                <a:avLst/>
              </a:prstGeom>
              <a:noFill/>
              <a:ln w="9525" cap="flat" cmpd="sng">
                <a:solidFill>
                  <a:schemeClr val="dk2"/>
                </a:solidFill>
                <a:prstDash val="solid"/>
                <a:round/>
                <a:headEnd type="none" w="med" len="med"/>
                <a:tailEnd type="none" w="med" len="med"/>
              </a:ln>
            </p:spPr>
          </p:cxnSp>
        </p:grpSp>
      </p:grpSp>
      <p:sp>
        <p:nvSpPr>
          <p:cNvPr id="487" name="Google Shape;487;p53"/>
          <p:cNvSpPr txBox="1">
            <a:spLocks noGrp="1"/>
          </p:cNvSpPr>
          <p:nvPr>
            <p:ph type="title"/>
          </p:nvPr>
        </p:nvSpPr>
        <p:spPr>
          <a:xfrm>
            <a:off x="228600" y="228600"/>
            <a:ext cx="8064610" cy="14190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None/>
            </a:pPr>
            <a:r>
              <a:rPr lang="en-US" dirty="0">
                <a:solidFill>
                  <a:schemeClr val="lt1"/>
                </a:solidFill>
              </a:rPr>
              <a:t>Vision-Based Price Movement Classification from Candlestick Chart Images</a:t>
            </a:r>
            <a:endParaRPr dirty="0">
              <a:solidFill>
                <a:schemeClr val="lt1"/>
              </a:solidFill>
            </a:endParaRPr>
          </a:p>
        </p:txBody>
      </p:sp>
      <p:sp>
        <p:nvSpPr>
          <p:cNvPr id="488" name="Google Shape;488;p53"/>
          <p:cNvSpPr txBox="1">
            <a:spLocks noGrp="1"/>
          </p:cNvSpPr>
          <p:nvPr>
            <p:ph type="subTitle" idx="1"/>
          </p:nvPr>
        </p:nvSpPr>
        <p:spPr>
          <a:xfrm>
            <a:off x="228591" y="2779913"/>
            <a:ext cx="8338500" cy="252000"/>
          </a:xfrm>
          <a:prstGeom prst="rect">
            <a:avLst/>
          </a:prstGeom>
          <a:effectLst>
            <a:outerShdw blurRad="57150" dist="19050" dir="5400000" algn="bl" rotWithShape="0">
              <a:srgbClr val="000000">
                <a:alpha val="50000"/>
              </a:srgbClr>
            </a:outerShdw>
          </a:effectLst>
        </p:spPr>
        <p:txBody>
          <a:bodyPr spcFirstLastPara="1" wrap="square" lIns="0" tIns="0" rIns="0" bIns="0" anchor="t" anchorCtr="0">
            <a:noAutofit/>
          </a:bodyPr>
          <a:lstStyle/>
          <a:p>
            <a:pPr marL="0" lvl="0" indent="0" algn="l" rtl="0">
              <a:lnSpc>
                <a:spcPct val="85000"/>
              </a:lnSpc>
              <a:spcBef>
                <a:spcPts val="0"/>
              </a:spcBef>
              <a:spcAft>
                <a:spcPts val="0"/>
              </a:spcAft>
              <a:buNone/>
            </a:pPr>
            <a:r>
              <a:rPr lang="en-US" dirty="0">
                <a:solidFill>
                  <a:schemeClr val="lt1"/>
                </a:solidFill>
                <a:latin typeface="Urbanist Medium"/>
                <a:ea typeface="Urbanist Medium"/>
                <a:cs typeface="Urbanist Medium"/>
                <a:sym typeface="Urbanist Medium"/>
              </a:rPr>
              <a:t>A Data Science Project to Evaluate Vision-Only and Multi-Modal Models for Short-Horizon Directional Forecasting</a:t>
            </a:r>
            <a:endParaRPr dirty="0">
              <a:solidFill>
                <a:schemeClr val="lt1"/>
              </a:solidFill>
              <a:latin typeface="Urbanist Medium"/>
              <a:ea typeface="Urbanist Medium"/>
              <a:cs typeface="Urbanist Medium"/>
              <a:sym typeface="Urbanist Medium"/>
            </a:endParaRPr>
          </a:p>
        </p:txBody>
      </p:sp>
      <p:sp>
        <p:nvSpPr>
          <p:cNvPr id="489" name="Google Shape;489;p53"/>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Bellevue University</a:t>
            </a:r>
            <a:endParaRPr dirty="0"/>
          </a:p>
        </p:txBody>
      </p:sp>
      <p:sp>
        <p:nvSpPr>
          <p:cNvPr id="490" name="Google Shape;490;p53"/>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Winter Term</a:t>
            </a:r>
            <a:endParaRPr dirty="0"/>
          </a:p>
        </p:txBody>
      </p:sp>
      <p:sp>
        <p:nvSpPr>
          <p:cNvPr id="491" name="Google Shape;491;p53"/>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r>
              <a:rPr lang="en"/>
              <a:t>2025-2026</a:t>
            </a:r>
            <a:endParaRPr dirty="0"/>
          </a:p>
        </p:txBody>
      </p:sp>
      <p:sp>
        <p:nvSpPr>
          <p:cNvPr id="492" name="Google Shape;492;p53"/>
          <p:cNvSpPr txBox="1">
            <a:spLocks noGrp="1"/>
          </p:cNvSpPr>
          <p:nvPr>
            <p:ph type="subTitle" idx="7"/>
          </p:nvPr>
        </p:nvSpPr>
        <p:spPr>
          <a:xfrm>
            <a:off x="228591" y="3454475"/>
            <a:ext cx="4659600" cy="2520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dirty="0"/>
              <a:t>Feb 7, 2026</a:t>
            </a:r>
            <a:endParaRPr dirty="0"/>
          </a:p>
          <a:p>
            <a:pPr marL="0" lvl="0" indent="0" algn="l" rtl="0">
              <a:spcBef>
                <a:spcPts val="0"/>
              </a:spcBef>
              <a:spcAft>
                <a:spcPts val="0"/>
              </a:spcAft>
              <a:buNone/>
            </a:pPr>
            <a:endParaRPr dirty="0"/>
          </a:p>
        </p:txBody>
      </p:sp>
      <p:sp>
        <p:nvSpPr>
          <p:cNvPr id="493" name="Google Shape;493;p53"/>
          <p:cNvSpPr txBox="1">
            <a:spLocks noGrp="1"/>
          </p:cNvSpPr>
          <p:nvPr>
            <p:ph type="subTitle" idx="8"/>
          </p:nvPr>
        </p:nvSpPr>
        <p:spPr>
          <a:xfrm>
            <a:off x="228591" y="3743050"/>
            <a:ext cx="4659600" cy="2520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Presented by Zicheng (Chance) Xu</a:t>
            </a:r>
            <a:endParaRPr/>
          </a:p>
          <a:p>
            <a:pPr marL="0" lvl="0" indent="0" algn="l" rtl="0">
              <a:spcBef>
                <a:spcPts val="0"/>
              </a:spcBef>
              <a:spcAft>
                <a:spcPts val="0"/>
              </a:spcAft>
              <a:buNone/>
            </a:pPr>
            <a:endParaRPr/>
          </a:p>
          <a:p>
            <a:pPr marL="0" lvl="0" indent="0" algn="l" rtl="0">
              <a:spcBef>
                <a:spcPts val="0"/>
              </a:spcBef>
              <a:spcAft>
                <a:spcPts val="0"/>
              </a:spcAft>
              <a:buNone/>
            </a:pPr>
            <a:r>
              <a:rPr lang="en"/>
              <a:t>Professor Iranitalab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54"/>
          <p:cNvSpPr/>
          <p:nvPr/>
        </p:nvSpPr>
        <p:spPr>
          <a:xfrm>
            <a:off x="101624" y="1444400"/>
            <a:ext cx="4470375" cy="3202250"/>
          </a:xfrm>
          <a:prstGeom prst="roundRect">
            <a:avLst>
              <a:gd name="adj" fmla="val 9631"/>
            </a:avLst>
          </a:prstGeom>
          <a:solidFill>
            <a:schemeClr val="lt2"/>
          </a:solidFill>
          <a:ln>
            <a:noFill/>
          </a:ln>
        </p:spPr>
        <p:txBody>
          <a:bodyPr spcFirstLastPara="1" wrap="square" lIns="121975" tIns="121975" rIns="121975" bIns="121975" anchor="ctr" anchorCtr="0">
            <a:noAutofit/>
          </a:bodyPr>
          <a:lstStyle/>
          <a:p>
            <a:pPr marL="0" lvl="0" indent="0" algn="ctr" rtl="0">
              <a:spcBef>
                <a:spcPts val="0"/>
              </a:spcBef>
              <a:spcAft>
                <a:spcPts val="0"/>
              </a:spcAft>
              <a:buNone/>
            </a:pPr>
            <a:endParaRPr sz="1867" dirty="0">
              <a:solidFill>
                <a:schemeClr val="dk1"/>
              </a:solidFill>
              <a:latin typeface="Urbanist"/>
              <a:ea typeface="Urbanist"/>
              <a:cs typeface="Urbanist"/>
              <a:sym typeface="Urbanist"/>
            </a:endParaRPr>
          </a:p>
        </p:txBody>
      </p:sp>
      <p:sp>
        <p:nvSpPr>
          <p:cNvPr id="503" name="Google Shape;503;p54"/>
          <p:cNvSpPr txBox="1">
            <a:spLocks noGrp="1"/>
          </p:cNvSpPr>
          <p:nvPr>
            <p:ph type="body" idx="6"/>
          </p:nvPr>
        </p:nvSpPr>
        <p:spPr>
          <a:xfrm>
            <a:off x="223049" y="1565786"/>
            <a:ext cx="4221729" cy="3006213"/>
          </a:xfrm>
          <a:prstGeom prst="rect">
            <a:avLst/>
          </a:prstGeom>
        </p:spPr>
        <p:txBody>
          <a:bodyPr spcFirstLastPara="1" wrap="square" lIns="121975" tIns="121975" rIns="121975" bIns="121975" anchor="t" anchorCtr="0">
            <a:noAutofit/>
          </a:bodyPr>
          <a:lstStyle/>
          <a:p>
            <a:pPr marL="285750" indent="-285750"/>
            <a:r>
              <a:rPr lang="en-US" sz="1400" dirty="0"/>
              <a:t>Traders often make fast decisions by looking at candlestick charts — but interpretations are subjective.</a:t>
            </a:r>
          </a:p>
          <a:p>
            <a:pPr marL="285750" indent="-285750"/>
            <a:endParaRPr lang="en-US" sz="1400" dirty="0"/>
          </a:p>
          <a:p>
            <a:pPr marL="285750" indent="-285750"/>
            <a:r>
              <a:rPr lang="en-US" sz="1400" dirty="0"/>
              <a:t>Question: can a model learn from a candlestick chart image and predict short-term movement?</a:t>
            </a:r>
          </a:p>
          <a:p>
            <a:pPr marL="285750" indent="-285750"/>
            <a:endParaRPr lang="en-US" sz="1400" dirty="0"/>
          </a:p>
          <a:p>
            <a:pPr marL="285750" indent="-285750"/>
            <a:r>
              <a:rPr lang="en-US" sz="1400" dirty="0"/>
              <a:t>Focus is NOT profitability; it’s a reproducible pipeline and honest out-of-sample evaluation.</a:t>
            </a:r>
          </a:p>
        </p:txBody>
      </p:sp>
      <p:sp>
        <p:nvSpPr>
          <p:cNvPr id="510" name="Google Shape;510;p54"/>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511" name="Google Shape;511;p54"/>
          <p:cNvSpPr txBox="1"/>
          <p:nvPr/>
        </p:nvSpPr>
        <p:spPr>
          <a:xfrm>
            <a:off x="223050" y="299600"/>
            <a:ext cx="5692966"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dirty="0">
                <a:solidFill>
                  <a:schemeClr val="lt1"/>
                </a:solidFill>
                <a:latin typeface="Urbanist"/>
                <a:ea typeface="Urbanist"/>
                <a:cs typeface="Urbanist"/>
                <a:sym typeface="Urbanist"/>
              </a:rPr>
              <a:t>Business problem &amp; why it matters</a:t>
            </a:r>
            <a:endParaRPr sz="2400" b="1" dirty="0">
              <a:solidFill>
                <a:schemeClr val="lt1"/>
              </a:solidFill>
              <a:latin typeface="Urbanist"/>
              <a:ea typeface="Urbanist"/>
              <a:cs typeface="Urbanist"/>
              <a:sym typeface="Urbanist"/>
            </a:endParaRPr>
          </a:p>
        </p:txBody>
      </p:sp>
      <p:pic>
        <p:nvPicPr>
          <p:cNvPr id="18" name="Picture 17" descr="A graph of stock market&#10;&#10;AI-generated content may be incorrect.">
            <a:extLst>
              <a:ext uri="{FF2B5EF4-FFF2-40B4-BE49-F238E27FC236}">
                <a16:creationId xmlns:a16="http://schemas.microsoft.com/office/drawing/2014/main" id="{E9FA7267-41B8-82A5-5B93-A5D673FF6E74}"/>
              </a:ext>
            </a:extLst>
          </p:cNvPr>
          <p:cNvPicPr>
            <a:picLocks noChangeAspect="1"/>
          </p:cNvPicPr>
          <p:nvPr/>
        </p:nvPicPr>
        <p:blipFill>
          <a:blip r:embed="rId3"/>
          <a:stretch>
            <a:fillRect/>
          </a:stretch>
        </p:blipFill>
        <p:spPr>
          <a:xfrm>
            <a:off x="4754759" y="1860605"/>
            <a:ext cx="4232041" cy="2419219"/>
          </a:xfrm>
          <a:prstGeom prst="rect">
            <a:avLst/>
          </a:prstGeom>
        </p:spPr>
      </p:pic>
      <p:sp>
        <p:nvSpPr>
          <p:cNvPr id="19" name="TextBox 18">
            <a:extLst>
              <a:ext uri="{FF2B5EF4-FFF2-40B4-BE49-F238E27FC236}">
                <a16:creationId xmlns:a16="http://schemas.microsoft.com/office/drawing/2014/main" id="{1074C34B-7636-46D5-367A-6B29E3A26307}"/>
              </a:ext>
            </a:extLst>
          </p:cNvPr>
          <p:cNvSpPr txBox="1"/>
          <p:nvPr/>
        </p:nvSpPr>
        <p:spPr>
          <a:xfrm>
            <a:off x="4693424" y="4371944"/>
            <a:ext cx="4232041" cy="400110"/>
          </a:xfrm>
          <a:prstGeom prst="rect">
            <a:avLst/>
          </a:prstGeom>
          <a:noFill/>
        </p:spPr>
        <p:txBody>
          <a:bodyPr wrap="square" rtlCol="0">
            <a:spAutoFit/>
          </a:bodyPr>
          <a:lstStyle/>
          <a:p>
            <a:pPr algn="ctr"/>
            <a:r>
              <a:rPr lang="en-US" sz="1000" dirty="0">
                <a:solidFill>
                  <a:schemeClr val="bg1"/>
                </a:solidFill>
              </a:rPr>
              <a:t>Example candlestick chart (Apple Stock as of February 1, 2026; Source: </a:t>
            </a:r>
            <a:r>
              <a:rPr lang="en-US" sz="1000" dirty="0" err="1">
                <a:solidFill>
                  <a:schemeClr val="bg1"/>
                </a:solidFill>
              </a:rPr>
              <a:t>TradingView.com</a:t>
            </a:r>
            <a:r>
              <a:rPr lang="en-US" sz="1000" dirty="0">
                <a:solidFill>
                  <a:schemeClr val="bg1"/>
                </a:solidFil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7" name="Google Shape;517;p55"/>
          <p:cNvSpPr txBox="1"/>
          <p:nvPr/>
        </p:nvSpPr>
        <p:spPr>
          <a:xfrm>
            <a:off x="137399" y="139000"/>
            <a:ext cx="8507895" cy="138496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2400" b="1" dirty="0">
                <a:solidFill>
                  <a:schemeClr val="lt1"/>
                </a:solidFill>
                <a:latin typeface="Urbanist"/>
                <a:ea typeface="Urbanist"/>
                <a:cs typeface="Urbanist"/>
                <a:sym typeface="Urbanist"/>
              </a:rPr>
              <a:t>Data</a:t>
            </a:r>
          </a:p>
          <a:p>
            <a:pPr marL="0" lvl="0" indent="0" algn="l" rtl="0">
              <a:spcBef>
                <a:spcPts val="0"/>
              </a:spcBef>
              <a:spcAft>
                <a:spcPts val="0"/>
              </a:spcAft>
              <a:buClr>
                <a:schemeClr val="dk1"/>
              </a:buClr>
              <a:buSzPts val="1100"/>
              <a:buFont typeface="Arial"/>
              <a:buNone/>
            </a:pPr>
            <a:endParaRPr lang="en-US" sz="1800" b="1" dirty="0">
              <a:solidFill>
                <a:schemeClr val="lt1"/>
              </a:solidFill>
              <a:latin typeface="Urbanist"/>
              <a:ea typeface="Urbanist"/>
              <a:cs typeface="Urbanist"/>
              <a:sym typeface="Urbanist"/>
            </a:endParaRPr>
          </a:p>
          <a:p>
            <a:pPr marL="0" lvl="0" indent="0" algn="l" rtl="0">
              <a:spcBef>
                <a:spcPts val="0"/>
              </a:spcBef>
              <a:spcAft>
                <a:spcPts val="0"/>
              </a:spcAft>
              <a:buClr>
                <a:schemeClr val="dk1"/>
              </a:buClr>
              <a:buSzPts val="1100"/>
              <a:buFont typeface="Arial"/>
              <a:buNone/>
            </a:pPr>
            <a:endParaRPr sz="1800" b="1" dirty="0">
              <a:solidFill>
                <a:schemeClr val="lt1"/>
              </a:solidFill>
              <a:latin typeface="Urbanist"/>
              <a:ea typeface="Urbanist"/>
              <a:cs typeface="Urbanist"/>
              <a:sym typeface="Urbanist"/>
            </a:endParaRPr>
          </a:p>
          <a:p>
            <a:pPr marL="0" lvl="0" indent="0" algn="l" rtl="0">
              <a:spcBef>
                <a:spcPts val="0"/>
              </a:spcBef>
              <a:spcAft>
                <a:spcPts val="0"/>
              </a:spcAft>
              <a:buNone/>
            </a:pPr>
            <a:endParaRPr sz="1800" b="1" dirty="0">
              <a:solidFill>
                <a:schemeClr val="lt1"/>
              </a:solidFill>
              <a:latin typeface="Urbanist"/>
              <a:ea typeface="Urbanist"/>
              <a:cs typeface="Urbanist"/>
              <a:sym typeface="Urbanist"/>
            </a:endParaRPr>
          </a:p>
        </p:txBody>
      </p:sp>
      <p:sp>
        <p:nvSpPr>
          <p:cNvPr id="518" name="Google Shape;518;p55"/>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5" name="TextBox 4">
            <a:extLst>
              <a:ext uri="{FF2B5EF4-FFF2-40B4-BE49-F238E27FC236}">
                <a16:creationId xmlns:a16="http://schemas.microsoft.com/office/drawing/2014/main" id="{5225ACAC-C59E-A2CC-E871-20F055CED7A5}"/>
              </a:ext>
            </a:extLst>
          </p:cNvPr>
          <p:cNvSpPr txBox="1"/>
          <p:nvPr/>
        </p:nvSpPr>
        <p:spPr>
          <a:xfrm>
            <a:off x="310101" y="731520"/>
            <a:ext cx="8507896" cy="3416320"/>
          </a:xfrm>
          <a:prstGeom prst="rect">
            <a:avLst/>
          </a:prstGeom>
          <a:noFill/>
        </p:spPr>
        <p:txBody>
          <a:bodyPr wrap="square" rtlCol="0">
            <a:spAutoFit/>
          </a:bodyPr>
          <a:lstStyle/>
          <a:p>
            <a:pPr marL="285750" indent="-285750">
              <a:buClr>
                <a:schemeClr val="bg1"/>
              </a:buClr>
              <a:buFont typeface="Arial" panose="020B0604020202020204" pitchFamily="34" charset="0"/>
              <a:buChar char="•"/>
            </a:pPr>
            <a:r>
              <a:rPr lang="en-US" sz="1800" dirty="0">
                <a:solidFill>
                  <a:schemeClr val="bg1"/>
                </a:solidFill>
              </a:rPr>
              <a:t>Assets: SPY, AAPL, MSFT, NVDA.</a:t>
            </a:r>
          </a:p>
          <a:p>
            <a:pPr marL="285750" indent="-285750">
              <a:buClr>
                <a:schemeClr val="bg1"/>
              </a:buClr>
              <a:buFont typeface="Arial" panose="020B0604020202020204" pitchFamily="34" charset="0"/>
              <a:buChar char="•"/>
            </a:pPr>
            <a:r>
              <a:rPr lang="en-US" sz="1800" dirty="0">
                <a:solidFill>
                  <a:schemeClr val="bg1"/>
                </a:solidFill>
              </a:rPr>
              <a:t>Frequency / span: Daily OHLCV, Jan 2015 – Dec 2025.</a:t>
            </a:r>
          </a:p>
          <a:p>
            <a:pPr marL="285750" indent="-285750">
              <a:buClr>
                <a:schemeClr val="bg1"/>
              </a:buClr>
              <a:buFont typeface="Arial" panose="020B0604020202020204" pitchFamily="34" charset="0"/>
              <a:buChar char="•"/>
            </a:pPr>
            <a:r>
              <a:rPr lang="en-US" sz="1800" dirty="0">
                <a:solidFill>
                  <a:schemeClr val="bg1"/>
                </a:solidFill>
              </a:rPr>
              <a:t>Source(Python): </a:t>
            </a:r>
            <a:r>
              <a:rPr lang="en-US" sz="1800" dirty="0" err="1">
                <a:solidFill>
                  <a:schemeClr val="bg1"/>
                </a:solidFill>
              </a:rPr>
              <a:t>Stooq</a:t>
            </a:r>
            <a:r>
              <a:rPr lang="en-US" sz="1800" dirty="0">
                <a:solidFill>
                  <a:schemeClr val="bg1"/>
                </a:solidFill>
              </a:rPr>
              <a:t> free CSV endpoint (download + local cache for reproducibility).</a:t>
            </a:r>
          </a:p>
          <a:p>
            <a:pPr marL="285750" indent="-285750">
              <a:buClr>
                <a:schemeClr val="bg1"/>
              </a:buClr>
              <a:buFont typeface="Arial" panose="020B0604020202020204" pitchFamily="34" charset="0"/>
              <a:buChar char="•"/>
            </a:pPr>
            <a:r>
              <a:rPr lang="en-US" sz="1800" dirty="0">
                <a:solidFill>
                  <a:schemeClr val="bg1"/>
                </a:solidFill>
              </a:rPr>
              <a:t>How we got the final sample size</a:t>
            </a:r>
          </a:p>
          <a:p>
            <a:pPr lvl="8">
              <a:buClr>
                <a:schemeClr val="bg1"/>
              </a:buClr>
            </a:pPr>
            <a:r>
              <a:rPr lang="en-US" sz="1800" dirty="0">
                <a:solidFill>
                  <a:schemeClr val="bg1"/>
                </a:solidFill>
              </a:rPr>
              <a:t>        - Start with 11,064 daily rows across 4 tickers.</a:t>
            </a:r>
          </a:p>
          <a:p>
            <a:pPr lvl="8">
              <a:buClr>
                <a:schemeClr val="bg1"/>
              </a:buClr>
            </a:pPr>
            <a:r>
              <a:rPr lang="en-US" sz="1800" dirty="0">
                <a:solidFill>
                  <a:schemeClr val="bg1"/>
                </a:solidFill>
              </a:rPr>
              <a:t>        - Labeling (triple-barrier).</a:t>
            </a:r>
          </a:p>
          <a:p>
            <a:pPr lvl="8">
              <a:buClr>
                <a:schemeClr val="bg1"/>
              </a:buClr>
            </a:pPr>
            <a:r>
              <a:rPr lang="en-US" sz="1800" dirty="0">
                <a:solidFill>
                  <a:schemeClr val="bg1"/>
                </a:solidFill>
              </a:rPr>
              <a:t>        - Image generation.</a:t>
            </a:r>
          </a:p>
          <a:p>
            <a:pPr lvl="8">
              <a:buClr>
                <a:schemeClr val="bg1"/>
              </a:buClr>
            </a:pPr>
            <a:r>
              <a:rPr lang="en-US" sz="1800" dirty="0">
                <a:solidFill>
                  <a:schemeClr val="bg1"/>
                </a:solidFill>
              </a:rPr>
              <a:t>        - Final usable dataset: 10,748 samples</a:t>
            </a:r>
          </a:p>
          <a:p>
            <a:pPr lvl="8">
              <a:buClr>
                <a:schemeClr val="bg1"/>
              </a:buClr>
            </a:pPr>
            <a:r>
              <a:rPr lang="en-US" sz="1800" dirty="0">
                <a:solidFill>
                  <a:schemeClr val="bg1"/>
                </a:solidFill>
              </a:rPr>
              <a:t>	* Each sample = (ticker, date, label, 224×224 chart image, volume; +     	 	indicators for multi-modal tests).</a:t>
            </a:r>
          </a:p>
          <a:p>
            <a:pPr lvl="8">
              <a:buClr>
                <a:schemeClr val="bg1"/>
              </a:buClr>
            </a:pPr>
            <a:r>
              <a:rPr lang="en-US" sz="1800" dirty="0">
                <a:solidFill>
                  <a:schemeClr val="bg1"/>
                </a:solidFill>
              </a:rPr>
              <a:t>        - Splits are time-based within each ticker to reduce look-ahead bias.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5" name="Google Shape;525;p56"/>
          <p:cNvSpPr txBox="1"/>
          <p:nvPr/>
        </p:nvSpPr>
        <p:spPr>
          <a:xfrm>
            <a:off x="137399" y="139000"/>
            <a:ext cx="5523929" cy="83096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dirty="0">
                <a:solidFill>
                  <a:schemeClr val="lt1"/>
                </a:solidFill>
                <a:latin typeface="Urbanist"/>
                <a:ea typeface="Urbanist"/>
                <a:cs typeface="Urbanist"/>
                <a:sym typeface="Urbanist"/>
              </a:rPr>
              <a:t>Labeling: Triple-Barrier (3 classes)</a:t>
            </a:r>
          </a:p>
          <a:p>
            <a:pPr marL="0" lvl="0" indent="0" algn="l" rtl="0">
              <a:spcBef>
                <a:spcPts val="0"/>
              </a:spcBef>
              <a:spcAft>
                <a:spcPts val="0"/>
              </a:spcAft>
              <a:buNone/>
            </a:pPr>
            <a:endParaRPr lang="en-US" sz="1800" b="1" dirty="0">
              <a:solidFill>
                <a:schemeClr val="lt1"/>
              </a:solidFill>
              <a:latin typeface="Urbanist"/>
              <a:ea typeface="Urbanist"/>
              <a:cs typeface="Urbanist"/>
              <a:sym typeface="Urbanist"/>
            </a:endParaRPr>
          </a:p>
        </p:txBody>
      </p:sp>
      <p:sp>
        <p:nvSpPr>
          <p:cNvPr id="526" name="Google Shape;526;p56"/>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527" name="Google Shape;527;p56"/>
          <p:cNvSpPr txBox="1"/>
          <p:nvPr/>
        </p:nvSpPr>
        <p:spPr>
          <a:xfrm>
            <a:off x="7760750" y="3876875"/>
            <a:ext cx="1112700" cy="25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dk1"/>
                </a:solidFill>
                <a:latin typeface="Urbanist"/>
                <a:ea typeface="Urbanist"/>
                <a:cs typeface="Urbanist"/>
                <a:sym typeface="Urbanist"/>
              </a:rPr>
              <a:t>Puerto Rico</a:t>
            </a:r>
            <a:endParaRPr sz="1000" dirty="0">
              <a:solidFill>
                <a:schemeClr val="dk1"/>
              </a:solidFill>
              <a:latin typeface="Urbanist"/>
              <a:ea typeface="Urbanist"/>
              <a:cs typeface="Urbanist"/>
              <a:sym typeface="Urbanist"/>
            </a:endParaRPr>
          </a:p>
        </p:txBody>
      </p:sp>
      <p:pic>
        <p:nvPicPr>
          <p:cNvPr id="2" name="Picture 1" descr="A screenshot of a computer&#10;&#10;AI-generated content may be incorrect.">
            <a:extLst>
              <a:ext uri="{FF2B5EF4-FFF2-40B4-BE49-F238E27FC236}">
                <a16:creationId xmlns:a16="http://schemas.microsoft.com/office/drawing/2014/main" id="{6564583D-B70A-60A2-E974-A88587ED5034}"/>
              </a:ext>
            </a:extLst>
          </p:cNvPr>
          <p:cNvPicPr>
            <a:picLocks noChangeAspect="1"/>
          </p:cNvPicPr>
          <p:nvPr/>
        </p:nvPicPr>
        <p:blipFill>
          <a:blip r:embed="rId3"/>
          <a:stretch>
            <a:fillRect/>
          </a:stretch>
        </p:blipFill>
        <p:spPr>
          <a:xfrm>
            <a:off x="4382529" y="1007849"/>
            <a:ext cx="3091697" cy="3084019"/>
          </a:xfrm>
          <a:prstGeom prst="rect">
            <a:avLst/>
          </a:prstGeom>
        </p:spPr>
      </p:pic>
      <p:sp>
        <p:nvSpPr>
          <p:cNvPr id="3" name="TextBox 2">
            <a:extLst>
              <a:ext uri="{FF2B5EF4-FFF2-40B4-BE49-F238E27FC236}">
                <a16:creationId xmlns:a16="http://schemas.microsoft.com/office/drawing/2014/main" id="{36D26D44-90BA-9A6B-3608-44919BEACF97}"/>
              </a:ext>
            </a:extLst>
          </p:cNvPr>
          <p:cNvSpPr txBox="1"/>
          <p:nvPr/>
        </p:nvSpPr>
        <p:spPr>
          <a:xfrm>
            <a:off x="4880654" y="4246148"/>
            <a:ext cx="2095445" cy="246221"/>
          </a:xfrm>
          <a:prstGeom prst="rect">
            <a:avLst/>
          </a:prstGeom>
          <a:noFill/>
        </p:spPr>
        <p:txBody>
          <a:bodyPr wrap="none" rtlCol="0">
            <a:spAutoFit/>
          </a:bodyPr>
          <a:lstStyle/>
          <a:p>
            <a:r>
              <a:rPr lang="en-US" sz="1000" dirty="0">
                <a:solidFill>
                  <a:schemeClr val="bg1"/>
                </a:solidFill>
              </a:rPr>
              <a:t>Triple-barrier labels class balance</a:t>
            </a:r>
          </a:p>
        </p:txBody>
      </p:sp>
      <p:sp>
        <p:nvSpPr>
          <p:cNvPr id="6" name="TextBox 5">
            <a:extLst>
              <a:ext uri="{FF2B5EF4-FFF2-40B4-BE49-F238E27FC236}">
                <a16:creationId xmlns:a16="http://schemas.microsoft.com/office/drawing/2014/main" id="{B5C23B43-F5AF-390A-3A17-6D7A823653C7}"/>
              </a:ext>
            </a:extLst>
          </p:cNvPr>
          <p:cNvSpPr txBox="1"/>
          <p:nvPr/>
        </p:nvSpPr>
        <p:spPr>
          <a:xfrm>
            <a:off x="310102" y="1007849"/>
            <a:ext cx="3697356" cy="3416320"/>
          </a:xfrm>
          <a:prstGeom prst="rect">
            <a:avLst/>
          </a:prstGeom>
          <a:noFill/>
        </p:spPr>
        <p:txBody>
          <a:bodyPr wrap="square" rtlCol="0">
            <a:spAutoFit/>
          </a:bodyPr>
          <a:lstStyle/>
          <a:p>
            <a:pPr marL="400050" lvl="0" indent="-285750">
              <a:buClr>
                <a:schemeClr val="bg1"/>
              </a:buClr>
              <a:buSzPts val="1800"/>
              <a:buFont typeface="Arial" panose="020B0604020202020204" pitchFamily="34" charset="0"/>
              <a:buChar char="•"/>
            </a:pPr>
            <a:r>
              <a:rPr lang="en-US" sz="1800" dirty="0">
                <a:solidFill>
                  <a:schemeClr val="bg1"/>
                </a:solidFill>
              </a:rPr>
              <a:t>For each day t (entry = close), look forward 20 trading days.</a:t>
            </a:r>
          </a:p>
          <a:p>
            <a:pPr marL="400050" lvl="0" indent="-285750">
              <a:buClr>
                <a:schemeClr val="bg1"/>
              </a:buClr>
              <a:buSzPts val="1800"/>
              <a:buFont typeface="Arial" panose="020B0604020202020204" pitchFamily="34" charset="0"/>
              <a:buChar char="•"/>
            </a:pPr>
            <a:r>
              <a:rPr lang="en-US" sz="1800" dirty="0">
                <a:solidFill>
                  <a:schemeClr val="bg1"/>
                </a:solidFill>
              </a:rPr>
              <a:t>Up: hits +5% first; Down: hits −5% first; Hold: neither by day 20.</a:t>
            </a:r>
          </a:p>
          <a:p>
            <a:pPr marL="400050" lvl="0" indent="-285750">
              <a:buClr>
                <a:schemeClr val="bg1"/>
              </a:buClr>
              <a:buSzPts val="1800"/>
              <a:buFont typeface="Arial" panose="020B0604020202020204" pitchFamily="34" charset="0"/>
              <a:buChar char="•"/>
            </a:pPr>
            <a:r>
              <a:rPr lang="en-US" sz="1800" dirty="0">
                <a:solidFill>
                  <a:schemeClr val="bg1"/>
                </a:solidFill>
              </a:rPr>
              <a:t>Why this label: matches “up/down/no clear move” and avoids a single end-of-window return threshold.</a:t>
            </a:r>
          </a:p>
          <a:p>
            <a:pPr marL="400050" lvl="0" indent="-285750">
              <a:buClr>
                <a:schemeClr val="bg1"/>
              </a:buClr>
              <a:buSzPts val="1800"/>
              <a:buFont typeface="Arial" panose="020B0604020202020204" pitchFamily="34" charset="0"/>
              <a:buChar char="•"/>
            </a:pPr>
            <a:r>
              <a:rPr lang="en-US" sz="1800" dirty="0">
                <a:solidFill>
                  <a:schemeClr val="bg1"/>
                </a:solidFill>
              </a:rPr>
              <a:t>Observation: class mix varies by ticker (e.g., SPY has more Hold; NVDA has fewer Hold).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0B92D4C9-1252-49A3-CA65-D16000085C11}"/>
            </a:ext>
          </a:extLst>
        </p:cNvPr>
        <p:cNvGrpSpPr/>
        <p:nvPr/>
      </p:nvGrpSpPr>
      <p:grpSpPr>
        <a:xfrm>
          <a:off x="0" y="0"/>
          <a:ext cx="0" cy="0"/>
          <a:chOff x="0" y="0"/>
          <a:chExt cx="0" cy="0"/>
        </a:xfrm>
      </p:grpSpPr>
      <p:sp>
        <p:nvSpPr>
          <p:cNvPr id="525" name="Google Shape;525;p56">
            <a:extLst>
              <a:ext uri="{FF2B5EF4-FFF2-40B4-BE49-F238E27FC236}">
                <a16:creationId xmlns:a16="http://schemas.microsoft.com/office/drawing/2014/main" id="{83886F92-51CA-193F-C404-9F65B480D3D6}"/>
              </a:ext>
            </a:extLst>
          </p:cNvPr>
          <p:cNvSpPr txBox="1"/>
          <p:nvPr/>
        </p:nvSpPr>
        <p:spPr>
          <a:xfrm>
            <a:off x="137399" y="139000"/>
            <a:ext cx="5523929" cy="120029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dirty="0">
                <a:solidFill>
                  <a:schemeClr val="lt1"/>
                </a:solidFill>
                <a:latin typeface="Urbanist"/>
                <a:ea typeface="Urbanist"/>
                <a:cs typeface="Urbanist"/>
                <a:sym typeface="Urbanist"/>
              </a:rPr>
              <a:t>Image Inputs (Candlestick Windows)</a:t>
            </a: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1800" b="1" dirty="0">
              <a:solidFill>
                <a:schemeClr val="lt1"/>
              </a:solidFill>
              <a:latin typeface="Urbanist"/>
              <a:ea typeface="Urbanist"/>
              <a:cs typeface="Urbanist"/>
              <a:sym typeface="Urbanist"/>
            </a:endParaRPr>
          </a:p>
        </p:txBody>
      </p:sp>
      <p:sp>
        <p:nvSpPr>
          <p:cNvPr id="526" name="Google Shape;526;p56">
            <a:extLst>
              <a:ext uri="{FF2B5EF4-FFF2-40B4-BE49-F238E27FC236}">
                <a16:creationId xmlns:a16="http://schemas.microsoft.com/office/drawing/2014/main" id="{1B7FC974-A565-4FB0-0BAF-237481217E3F}"/>
              </a:ext>
            </a:extLst>
          </p:cNvPr>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527" name="Google Shape;527;p56">
            <a:extLst>
              <a:ext uri="{FF2B5EF4-FFF2-40B4-BE49-F238E27FC236}">
                <a16:creationId xmlns:a16="http://schemas.microsoft.com/office/drawing/2014/main" id="{7CA293BC-D0EB-B768-439B-E76557C73435}"/>
              </a:ext>
            </a:extLst>
          </p:cNvPr>
          <p:cNvSpPr txBox="1"/>
          <p:nvPr/>
        </p:nvSpPr>
        <p:spPr>
          <a:xfrm>
            <a:off x="7760750" y="3876875"/>
            <a:ext cx="1112700" cy="25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dk1"/>
                </a:solidFill>
                <a:latin typeface="Urbanist"/>
                <a:ea typeface="Urbanist"/>
                <a:cs typeface="Urbanist"/>
                <a:sym typeface="Urbanist"/>
              </a:rPr>
              <a:t>Puerto Rico</a:t>
            </a:r>
            <a:endParaRPr sz="1000" dirty="0">
              <a:solidFill>
                <a:schemeClr val="dk1"/>
              </a:solidFill>
              <a:latin typeface="Urbanist"/>
              <a:ea typeface="Urbanist"/>
              <a:cs typeface="Urbanist"/>
              <a:sym typeface="Urbanist"/>
            </a:endParaRPr>
          </a:p>
        </p:txBody>
      </p:sp>
      <p:sp>
        <p:nvSpPr>
          <p:cNvPr id="3" name="TextBox 2">
            <a:extLst>
              <a:ext uri="{FF2B5EF4-FFF2-40B4-BE49-F238E27FC236}">
                <a16:creationId xmlns:a16="http://schemas.microsoft.com/office/drawing/2014/main" id="{85694CCF-CDFF-47B1-5423-2492F35CA4B2}"/>
              </a:ext>
            </a:extLst>
          </p:cNvPr>
          <p:cNvSpPr txBox="1"/>
          <p:nvPr/>
        </p:nvSpPr>
        <p:spPr>
          <a:xfrm>
            <a:off x="4667993" y="3521875"/>
            <a:ext cx="4093443" cy="400110"/>
          </a:xfrm>
          <a:prstGeom prst="rect">
            <a:avLst/>
          </a:prstGeom>
          <a:noFill/>
        </p:spPr>
        <p:txBody>
          <a:bodyPr wrap="square" rtlCol="0">
            <a:spAutoFit/>
          </a:bodyPr>
          <a:lstStyle/>
          <a:p>
            <a:pPr algn="ctr"/>
            <a:r>
              <a:rPr lang="en-US" sz="1000" dirty="0">
                <a:solidFill>
                  <a:schemeClr val="bg1"/>
                </a:solidFill>
              </a:rPr>
              <a:t>Example candlestick chart images used as model inputs (224×224 with volume panel)</a:t>
            </a:r>
          </a:p>
        </p:txBody>
      </p:sp>
      <p:sp>
        <p:nvSpPr>
          <p:cNvPr id="6" name="TextBox 5">
            <a:extLst>
              <a:ext uri="{FF2B5EF4-FFF2-40B4-BE49-F238E27FC236}">
                <a16:creationId xmlns:a16="http://schemas.microsoft.com/office/drawing/2014/main" id="{FB90697F-1F39-A8C2-4004-B121A67B2408}"/>
              </a:ext>
            </a:extLst>
          </p:cNvPr>
          <p:cNvSpPr txBox="1"/>
          <p:nvPr/>
        </p:nvSpPr>
        <p:spPr>
          <a:xfrm>
            <a:off x="310102" y="1007849"/>
            <a:ext cx="3697356" cy="3139321"/>
          </a:xfrm>
          <a:prstGeom prst="rect">
            <a:avLst/>
          </a:prstGeom>
          <a:noFill/>
        </p:spPr>
        <p:txBody>
          <a:bodyPr wrap="square" rtlCol="0">
            <a:spAutoFit/>
          </a:bodyPr>
          <a:lstStyle/>
          <a:p>
            <a:pPr marL="400050" lvl="0" indent="-285750">
              <a:buClr>
                <a:schemeClr val="bg1"/>
              </a:buClr>
              <a:buSzPts val="1800"/>
              <a:buFont typeface="Arial" panose="020B0604020202020204" pitchFamily="34" charset="0"/>
              <a:buChar char="•"/>
            </a:pPr>
            <a:r>
              <a:rPr lang="en-US" sz="1800" dirty="0">
                <a:solidFill>
                  <a:schemeClr val="bg1"/>
                </a:solidFill>
              </a:rPr>
              <a:t>One PNG per labeled date using a fixed lookback window (60 trading days).</a:t>
            </a:r>
          </a:p>
          <a:p>
            <a:pPr marL="400050" lvl="0" indent="-285750">
              <a:buClr>
                <a:schemeClr val="bg1"/>
              </a:buClr>
              <a:buSzPts val="1800"/>
              <a:buFont typeface="Arial" panose="020B0604020202020204" pitchFamily="34" charset="0"/>
              <a:buChar char="•"/>
            </a:pPr>
            <a:r>
              <a:rPr lang="en-US" sz="1800" dirty="0">
                <a:solidFill>
                  <a:schemeClr val="bg1"/>
                </a:solidFill>
              </a:rPr>
              <a:t>Charts rendered consistently at 224×224 with a volume panel.</a:t>
            </a:r>
          </a:p>
          <a:p>
            <a:pPr marL="400050" lvl="0" indent="-285750">
              <a:buClr>
                <a:schemeClr val="bg1"/>
              </a:buClr>
              <a:buSzPts val="1800"/>
              <a:buFont typeface="Arial" panose="020B0604020202020204" pitchFamily="34" charset="0"/>
              <a:buChar char="•"/>
            </a:pPr>
            <a:r>
              <a:rPr lang="en-US" sz="1800" dirty="0">
                <a:solidFill>
                  <a:schemeClr val="bg1"/>
                </a:solidFill>
              </a:rPr>
              <a:t>Axes and text removed to avoid “text leakage.”</a:t>
            </a:r>
          </a:p>
          <a:p>
            <a:pPr marL="400050" lvl="0" indent="-285750">
              <a:buClr>
                <a:schemeClr val="bg1"/>
              </a:buClr>
              <a:buSzPts val="1800"/>
              <a:buFont typeface="Arial" panose="020B0604020202020204" pitchFamily="34" charset="0"/>
              <a:buChar char="•"/>
            </a:pPr>
            <a:r>
              <a:rPr lang="en-US" sz="1800" dirty="0">
                <a:solidFill>
                  <a:schemeClr val="bg1"/>
                </a:solidFill>
              </a:rPr>
              <a:t>Saved by ticker/date for reproducible joins (</a:t>
            </a:r>
            <a:r>
              <a:rPr lang="en-US" sz="1800" dirty="0" err="1">
                <a:solidFill>
                  <a:schemeClr val="bg1"/>
                </a:solidFill>
              </a:rPr>
              <a:t>image_path</a:t>
            </a:r>
            <a:r>
              <a:rPr lang="en-US" sz="1800" dirty="0">
                <a:solidFill>
                  <a:schemeClr val="bg1"/>
                </a:solidFill>
              </a:rPr>
              <a:t>).</a:t>
            </a:r>
          </a:p>
        </p:txBody>
      </p:sp>
      <p:pic>
        <p:nvPicPr>
          <p:cNvPr id="4" name="Picture 3">
            <a:extLst>
              <a:ext uri="{FF2B5EF4-FFF2-40B4-BE49-F238E27FC236}">
                <a16:creationId xmlns:a16="http://schemas.microsoft.com/office/drawing/2014/main" id="{01FD79B9-95D2-B9AE-1403-8513EE59545F}"/>
              </a:ext>
            </a:extLst>
          </p:cNvPr>
          <p:cNvPicPr>
            <a:picLocks noChangeAspect="1"/>
          </p:cNvPicPr>
          <p:nvPr/>
        </p:nvPicPr>
        <p:blipFill>
          <a:blip r:embed="rId3"/>
          <a:stretch>
            <a:fillRect/>
          </a:stretch>
        </p:blipFill>
        <p:spPr>
          <a:xfrm>
            <a:off x="4380846" y="1716738"/>
            <a:ext cx="4667738" cy="1694372"/>
          </a:xfrm>
          <a:prstGeom prst="rect">
            <a:avLst/>
          </a:prstGeom>
        </p:spPr>
      </p:pic>
    </p:spTree>
    <p:extLst>
      <p:ext uri="{BB962C8B-B14F-4D97-AF65-F5344CB8AC3E}">
        <p14:creationId xmlns:p14="http://schemas.microsoft.com/office/powerpoint/2010/main" val="677711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0FA6CDCF-914E-7E61-5125-631D80DE3EF5}"/>
            </a:ext>
          </a:extLst>
        </p:cNvPr>
        <p:cNvGrpSpPr/>
        <p:nvPr/>
      </p:nvGrpSpPr>
      <p:grpSpPr>
        <a:xfrm>
          <a:off x="0" y="0"/>
          <a:ext cx="0" cy="0"/>
          <a:chOff x="0" y="0"/>
          <a:chExt cx="0" cy="0"/>
        </a:xfrm>
      </p:grpSpPr>
      <p:sp>
        <p:nvSpPr>
          <p:cNvPr id="525" name="Google Shape;525;p56">
            <a:extLst>
              <a:ext uri="{FF2B5EF4-FFF2-40B4-BE49-F238E27FC236}">
                <a16:creationId xmlns:a16="http://schemas.microsoft.com/office/drawing/2014/main" id="{4EA9FEF0-BF94-5309-A0EC-EA570594B09D}"/>
              </a:ext>
            </a:extLst>
          </p:cNvPr>
          <p:cNvSpPr txBox="1"/>
          <p:nvPr/>
        </p:nvSpPr>
        <p:spPr>
          <a:xfrm>
            <a:off x="137399" y="139000"/>
            <a:ext cx="5523929" cy="156963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dirty="0">
                <a:solidFill>
                  <a:schemeClr val="lt1"/>
                </a:solidFill>
                <a:latin typeface="Urbanist"/>
                <a:ea typeface="Urbanist"/>
                <a:cs typeface="Urbanist"/>
                <a:sym typeface="Urbanist"/>
              </a:rPr>
              <a:t>Modeling Approach</a:t>
            </a: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1800" b="1" dirty="0">
              <a:solidFill>
                <a:schemeClr val="lt1"/>
              </a:solidFill>
              <a:latin typeface="Urbanist"/>
              <a:ea typeface="Urbanist"/>
              <a:cs typeface="Urbanist"/>
              <a:sym typeface="Urbanist"/>
            </a:endParaRPr>
          </a:p>
        </p:txBody>
      </p:sp>
      <p:sp>
        <p:nvSpPr>
          <p:cNvPr id="526" name="Google Shape;526;p56">
            <a:extLst>
              <a:ext uri="{FF2B5EF4-FFF2-40B4-BE49-F238E27FC236}">
                <a16:creationId xmlns:a16="http://schemas.microsoft.com/office/drawing/2014/main" id="{0682B566-110F-EF16-8078-19FAFACDBF96}"/>
              </a:ext>
            </a:extLst>
          </p:cNvPr>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527" name="Google Shape;527;p56">
            <a:extLst>
              <a:ext uri="{FF2B5EF4-FFF2-40B4-BE49-F238E27FC236}">
                <a16:creationId xmlns:a16="http://schemas.microsoft.com/office/drawing/2014/main" id="{B15E94A3-73D9-28B9-2222-0AB2681D2743}"/>
              </a:ext>
            </a:extLst>
          </p:cNvPr>
          <p:cNvSpPr txBox="1"/>
          <p:nvPr/>
        </p:nvSpPr>
        <p:spPr>
          <a:xfrm>
            <a:off x="7760750" y="3876875"/>
            <a:ext cx="1112700" cy="25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dk1"/>
                </a:solidFill>
                <a:latin typeface="Urbanist"/>
                <a:ea typeface="Urbanist"/>
                <a:cs typeface="Urbanist"/>
                <a:sym typeface="Urbanist"/>
              </a:rPr>
              <a:t>Puerto Rico</a:t>
            </a:r>
            <a:endParaRPr sz="1000" dirty="0">
              <a:solidFill>
                <a:schemeClr val="dk1"/>
              </a:solidFill>
              <a:latin typeface="Urbanist"/>
              <a:ea typeface="Urbanist"/>
              <a:cs typeface="Urbanist"/>
              <a:sym typeface="Urbanist"/>
            </a:endParaRPr>
          </a:p>
        </p:txBody>
      </p:sp>
      <p:sp>
        <p:nvSpPr>
          <p:cNvPr id="6" name="TextBox 5">
            <a:extLst>
              <a:ext uri="{FF2B5EF4-FFF2-40B4-BE49-F238E27FC236}">
                <a16:creationId xmlns:a16="http://schemas.microsoft.com/office/drawing/2014/main" id="{B40604D6-D8B5-AF1A-432D-AE43E8AF66FE}"/>
              </a:ext>
            </a:extLst>
          </p:cNvPr>
          <p:cNvSpPr txBox="1"/>
          <p:nvPr/>
        </p:nvSpPr>
        <p:spPr>
          <a:xfrm>
            <a:off x="310102" y="1007849"/>
            <a:ext cx="8676698" cy="3139321"/>
          </a:xfrm>
          <a:prstGeom prst="rect">
            <a:avLst/>
          </a:prstGeom>
          <a:noFill/>
        </p:spPr>
        <p:txBody>
          <a:bodyPr wrap="square" rtlCol="0">
            <a:spAutoFit/>
          </a:bodyPr>
          <a:lstStyle/>
          <a:p>
            <a:pPr marL="400050" lvl="0" indent="-285750">
              <a:buClr>
                <a:schemeClr val="bg1"/>
              </a:buClr>
              <a:buSzPts val="1800"/>
              <a:buFont typeface="Arial" panose="020B0604020202020204" pitchFamily="34" charset="0"/>
              <a:buChar char="•"/>
            </a:pPr>
            <a:r>
              <a:rPr lang="en-US" sz="1800" dirty="0">
                <a:solidFill>
                  <a:schemeClr val="bg1"/>
                </a:solidFill>
              </a:rPr>
              <a:t>Model 1: Vision-only ResNet18 fine-tuned for 3 classes.</a:t>
            </a:r>
          </a:p>
          <a:p>
            <a:pPr marL="400050" lvl="0" indent="-285750">
              <a:buClr>
                <a:schemeClr val="bg1"/>
              </a:buClr>
              <a:buSzPts val="1800"/>
              <a:buFont typeface="Arial" panose="020B0604020202020204" pitchFamily="34" charset="0"/>
              <a:buChar char="•"/>
            </a:pPr>
            <a:r>
              <a:rPr lang="en-US" sz="1800" dirty="0">
                <a:solidFill>
                  <a:schemeClr val="bg1"/>
                </a:solidFill>
              </a:rPr>
              <a:t>Model 2: Multi-modal fusion: ResNet18 image features + small MLP on numeric indicators.</a:t>
            </a:r>
          </a:p>
          <a:p>
            <a:pPr marL="400050" lvl="0" indent="-285750">
              <a:buClr>
                <a:schemeClr val="bg1"/>
              </a:buClr>
              <a:buSzPts val="1800"/>
              <a:buFont typeface="Arial" panose="020B0604020202020204" pitchFamily="34" charset="0"/>
              <a:buChar char="•"/>
            </a:pPr>
            <a:r>
              <a:rPr lang="en-US" sz="1800" dirty="0">
                <a:solidFill>
                  <a:schemeClr val="bg1"/>
                </a:solidFill>
              </a:rPr>
              <a:t>Model 3: Alternative multi-modal: MACD + RSI + Bollinger indicators (more standard tech indicators).</a:t>
            </a:r>
          </a:p>
          <a:p>
            <a:pPr marL="400050" lvl="0" indent="-285750">
              <a:buClr>
                <a:schemeClr val="bg1"/>
              </a:buClr>
              <a:buSzPts val="1800"/>
              <a:buFont typeface="Arial" panose="020B0604020202020204" pitchFamily="34" charset="0"/>
              <a:buChar char="•"/>
            </a:pPr>
            <a:r>
              <a:rPr lang="en-US" sz="1800" dirty="0">
                <a:solidFill>
                  <a:schemeClr val="bg1"/>
                </a:solidFill>
              </a:rPr>
              <a:t>Split: 70% train / 15% </a:t>
            </a:r>
            <a:r>
              <a:rPr lang="en-US" sz="1800" dirty="0" err="1">
                <a:solidFill>
                  <a:schemeClr val="bg1"/>
                </a:solidFill>
              </a:rPr>
              <a:t>val</a:t>
            </a:r>
            <a:r>
              <a:rPr lang="en-US" sz="1800" dirty="0">
                <a:solidFill>
                  <a:schemeClr val="bg1"/>
                </a:solidFill>
              </a:rPr>
              <a:t> / 15% test per ticker (time-based).</a:t>
            </a:r>
          </a:p>
          <a:p>
            <a:pPr marL="400050" lvl="0" indent="-285750">
              <a:buClr>
                <a:schemeClr val="bg1"/>
              </a:buClr>
              <a:buSzPts val="1800"/>
              <a:buFont typeface="Arial" panose="020B0604020202020204" pitchFamily="34" charset="0"/>
              <a:buChar char="•"/>
            </a:pPr>
            <a:r>
              <a:rPr lang="en-US" sz="1800" dirty="0">
                <a:solidFill>
                  <a:schemeClr val="bg1"/>
                </a:solidFill>
              </a:rPr>
              <a:t>Metrics: accuracy, macro F1, confusion matrix</a:t>
            </a:r>
          </a:p>
          <a:p>
            <a:pPr marL="114300" lvl="1">
              <a:buClr>
                <a:schemeClr val="bg1"/>
              </a:buClr>
              <a:buSzPts val="1800"/>
            </a:pPr>
            <a:r>
              <a:rPr lang="en-US" sz="1800" dirty="0">
                <a:solidFill>
                  <a:schemeClr val="bg1"/>
                </a:solidFill>
              </a:rPr>
              <a:t>        - Macro F1 matters here because it treats Up/Down/Hold equally even if             </a:t>
            </a:r>
          </a:p>
          <a:p>
            <a:pPr marL="114300" lvl="1">
              <a:buClr>
                <a:schemeClr val="bg1"/>
              </a:buClr>
              <a:buSzPts val="1800"/>
            </a:pPr>
            <a:r>
              <a:rPr lang="en-US" sz="1800" dirty="0">
                <a:solidFill>
                  <a:schemeClr val="bg1"/>
                </a:solidFill>
              </a:rPr>
              <a:t>        classes differ in size.</a:t>
            </a:r>
          </a:p>
          <a:p>
            <a:pPr marL="400050" lvl="0" indent="-285750">
              <a:buClr>
                <a:schemeClr val="bg1"/>
              </a:buClr>
              <a:buSzPts val="1800"/>
              <a:buFont typeface="Arial" panose="020B0604020202020204" pitchFamily="34" charset="0"/>
              <a:buChar char="•"/>
            </a:pPr>
            <a:endParaRPr lang="en-US" sz="1800" dirty="0">
              <a:solidFill>
                <a:schemeClr val="bg1"/>
              </a:solidFill>
            </a:endParaRPr>
          </a:p>
          <a:p>
            <a:pPr marL="400050" lvl="0" indent="-285750">
              <a:buClr>
                <a:schemeClr val="bg1"/>
              </a:buClr>
              <a:buSzPts val="1800"/>
              <a:buFont typeface="Arial" panose="020B0604020202020204" pitchFamily="34" charset="0"/>
              <a:buChar char="•"/>
            </a:pPr>
            <a:endParaRPr lang="en-US" sz="1800" dirty="0">
              <a:solidFill>
                <a:schemeClr val="bg1"/>
              </a:solidFill>
            </a:endParaRPr>
          </a:p>
        </p:txBody>
      </p:sp>
    </p:spTree>
    <p:extLst>
      <p:ext uri="{BB962C8B-B14F-4D97-AF65-F5344CB8AC3E}">
        <p14:creationId xmlns:p14="http://schemas.microsoft.com/office/powerpoint/2010/main" val="1782592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2510F686-A03F-C7A8-E288-467B1A36FC35}"/>
            </a:ext>
          </a:extLst>
        </p:cNvPr>
        <p:cNvGrpSpPr/>
        <p:nvPr/>
      </p:nvGrpSpPr>
      <p:grpSpPr>
        <a:xfrm>
          <a:off x="0" y="0"/>
          <a:ext cx="0" cy="0"/>
          <a:chOff x="0" y="0"/>
          <a:chExt cx="0" cy="0"/>
        </a:xfrm>
      </p:grpSpPr>
      <p:sp>
        <p:nvSpPr>
          <p:cNvPr id="525" name="Google Shape;525;p56">
            <a:extLst>
              <a:ext uri="{FF2B5EF4-FFF2-40B4-BE49-F238E27FC236}">
                <a16:creationId xmlns:a16="http://schemas.microsoft.com/office/drawing/2014/main" id="{1AA7CE85-C948-FD2D-D4F4-D771092C0A16}"/>
              </a:ext>
            </a:extLst>
          </p:cNvPr>
          <p:cNvSpPr txBox="1"/>
          <p:nvPr/>
        </p:nvSpPr>
        <p:spPr>
          <a:xfrm>
            <a:off x="137399" y="139000"/>
            <a:ext cx="5523929" cy="156963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dirty="0">
                <a:solidFill>
                  <a:schemeClr val="lt1"/>
                </a:solidFill>
                <a:latin typeface="Urbanist"/>
                <a:ea typeface="Urbanist"/>
                <a:cs typeface="Urbanist"/>
                <a:sym typeface="Urbanist"/>
              </a:rPr>
              <a:t>Numeric Indicators (Multi-Modal)</a:t>
            </a: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1800" b="1" dirty="0">
              <a:solidFill>
                <a:schemeClr val="lt1"/>
              </a:solidFill>
              <a:latin typeface="Urbanist"/>
              <a:ea typeface="Urbanist"/>
              <a:cs typeface="Urbanist"/>
              <a:sym typeface="Urbanist"/>
            </a:endParaRPr>
          </a:p>
        </p:txBody>
      </p:sp>
      <p:sp>
        <p:nvSpPr>
          <p:cNvPr id="526" name="Google Shape;526;p56">
            <a:extLst>
              <a:ext uri="{FF2B5EF4-FFF2-40B4-BE49-F238E27FC236}">
                <a16:creationId xmlns:a16="http://schemas.microsoft.com/office/drawing/2014/main" id="{53C7BEED-6195-1EA7-2A55-AD3BEF9F645F}"/>
              </a:ext>
            </a:extLst>
          </p:cNvPr>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527" name="Google Shape;527;p56">
            <a:extLst>
              <a:ext uri="{FF2B5EF4-FFF2-40B4-BE49-F238E27FC236}">
                <a16:creationId xmlns:a16="http://schemas.microsoft.com/office/drawing/2014/main" id="{C573309A-91CD-3EFC-D57B-4894CAC55D48}"/>
              </a:ext>
            </a:extLst>
          </p:cNvPr>
          <p:cNvSpPr txBox="1"/>
          <p:nvPr/>
        </p:nvSpPr>
        <p:spPr>
          <a:xfrm>
            <a:off x="7760750" y="3876875"/>
            <a:ext cx="1112700" cy="25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dk1"/>
                </a:solidFill>
                <a:latin typeface="Urbanist"/>
                <a:ea typeface="Urbanist"/>
                <a:cs typeface="Urbanist"/>
                <a:sym typeface="Urbanist"/>
              </a:rPr>
              <a:t>Puerto Rico</a:t>
            </a:r>
            <a:endParaRPr sz="1000" dirty="0">
              <a:solidFill>
                <a:schemeClr val="dk1"/>
              </a:solidFill>
              <a:latin typeface="Urbanist"/>
              <a:ea typeface="Urbanist"/>
              <a:cs typeface="Urbanist"/>
              <a:sym typeface="Urbanist"/>
            </a:endParaRPr>
          </a:p>
        </p:txBody>
      </p:sp>
      <p:sp>
        <p:nvSpPr>
          <p:cNvPr id="3" name="TextBox 2">
            <a:extLst>
              <a:ext uri="{FF2B5EF4-FFF2-40B4-BE49-F238E27FC236}">
                <a16:creationId xmlns:a16="http://schemas.microsoft.com/office/drawing/2014/main" id="{C8123DE4-2C3F-32D1-1E91-287276B79501}"/>
              </a:ext>
            </a:extLst>
          </p:cNvPr>
          <p:cNvSpPr txBox="1"/>
          <p:nvPr/>
        </p:nvSpPr>
        <p:spPr>
          <a:xfrm>
            <a:off x="4802171" y="3462876"/>
            <a:ext cx="3825086" cy="246221"/>
          </a:xfrm>
          <a:prstGeom prst="rect">
            <a:avLst/>
          </a:prstGeom>
          <a:noFill/>
        </p:spPr>
        <p:txBody>
          <a:bodyPr wrap="none" rtlCol="0">
            <a:spAutoFit/>
          </a:bodyPr>
          <a:lstStyle/>
          <a:p>
            <a:r>
              <a:rPr lang="en-US" sz="1000" dirty="0">
                <a:solidFill>
                  <a:schemeClr val="bg1"/>
                </a:solidFill>
              </a:rPr>
              <a:t>RSI(14) over time for SPY (sanity check for indicator calculation)</a:t>
            </a:r>
          </a:p>
        </p:txBody>
      </p:sp>
      <p:sp>
        <p:nvSpPr>
          <p:cNvPr id="6" name="TextBox 5">
            <a:extLst>
              <a:ext uri="{FF2B5EF4-FFF2-40B4-BE49-F238E27FC236}">
                <a16:creationId xmlns:a16="http://schemas.microsoft.com/office/drawing/2014/main" id="{32AD8DE2-5118-AA2C-3529-01EFA1177F4C}"/>
              </a:ext>
            </a:extLst>
          </p:cNvPr>
          <p:cNvSpPr txBox="1"/>
          <p:nvPr/>
        </p:nvSpPr>
        <p:spPr>
          <a:xfrm>
            <a:off x="310102" y="1007849"/>
            <a:ext cx="3697356" cy="4801314"/>
          </a:xfrm>
          <a:prstGeom prst="rect">
            <a:avLst/>
          </a:prstGeom>
          <a:noFill/>
        </p:spPr>
        <p:txBody>
          <a:bodyPr wrap="square" rtlCol="0">
            <a:spAutoFit/>
          </a:bodyPr>
          <a:lstStyle/>
          <a:p>
            <a:pPr marL="400050" lvl="0" indent="-285750">
              <a:buClr>
                <a:schemeClr val="bg1"/>
              </a:buClr>
              <a:buSzPts val="1800"/>
              <a:buFont typeface="Arial" panose="020B0604020202020204" pitchFamily="34" charset="0"/>
              <a:buChar char="•"/>
            </a:pPr>
            <a:r>
              <a:rPr lang="en-US" sz="1800" dirty="0">
                <a:solidFill>
                  <a:schemeClr val="bg1"/>
                </a:solidFill>
              </a:rPr>
              <a:t>RSI(14): momentum score from 0–100 using Wilder-style smoothing.</a:t>
            </a:r>
          </a:p>
          <a:p>
            <a:pPr marL="400050" lvl="0" indent="-285750">
              <a:buClr>
                <a:schemeClr val="bg1"/>
              </a:buClr>
              <a:buSzPts val="1800"/>
              <a:buFont typeface="Arial" panose="020B0604020202020204" pitchFamily="34" charset="0"/>
              <a:buChar char="•"/>
            </a:pPr>
            <a:r>
              <a:rPr lang="en-US" sz="1800" dirty="0">
                <a:solidFill>
                  <a:schemeClr val="bg1"/>
                </a:solidFill>
              </a:rPr>
              <a:t>MACD(12,26,9): EMA difference + signal + histogram (momentum shifts).</a:t>
            </a:r>
          </a:p>
          <a:p>
            <a:pPr marL="400050" lvl="0" indent="-285750">
              <a:buClr>
                <a:schemeClr val="bg1"/>
              </a:buClr>
              <a:buSzPts val="1800"/>
              <a:buFont typeface="Arial" panose="020B0604020202020204" pitchFamily="34" charset="0"/>
              <a:buChar char="•"/>
            </a:pPr>
            <a:r>
              <a:rPr lang="en-US" sz="1800" dirty="0">
                <a:solidFill>
                  <a:schemeClr val="bg1"/>
                </a:solidFill>
              </a:rPr>
              <a:t>Bollinger(20,2</a:t>
            </a:r>
            <a:r>
              <a:rPr lang="el-GR" sz="1800" dirty="0">
                <a:solidFill>
                  <a:schemeClr val="bg1"/>
                </a:solidFill>
              </a:rPr>
              <a:t>σ): </a:t>
            </a:r>
            <a:r>
              <a:rPr lang="en-US" sz="1800" dirty="0" err="1">
                <a:solidFill>
                  <a:schemeClr val="bg1"/>
                </a:solidFill>
              </a:rPr>
              <a:t>percent_b</a:t>
            </a:r>
            <a:r>
              <a:rPr lang="en-US" sz="1800" dirty="0">
                <a:solidFill>
                  <a:schemeClr val="bg1"/>
                </a:solidFill>
              </a:rPr>
              <a:t> (position in band) + bandwidth (volatility proxy).</a:t>
            </a:r>
          </a:p>
          <a:p>
            <a:pPr marL="400050" lvl="0" indent="-285750">
              <a:buClr>
                <a:schemeClr val="bg1"/>
              </a:buClr>
              <a:buSzPts val="1800"/>
              <a:buFont typeface="Arial" panose="020B0604020202020204" pitchFamily="34" charset="0"/>
              <a:buChar char="•"/>
            </a:pPr>
            <a:r>
              <a:rPr lang="en-US" sz="1800" dirty="0">
                <a:solidFill>
                  <a:schemeClr val="bg1"/>
                </a:solidFill>
              </a:rPr>
              <a:t>Standardization fit on training split only (avoid leakage).</a:t>
            </a:r>
          </a:p>
          <a:p>
            <a:pPr marL="400050" lvl="0" indent="-285750">
              <a:buClr>
                <a:schemeClr val="bg1"/>
              </a:buClr>
              <a:buSzPts val="1800"/>
              <a:buFont typeface="Arial" panose="020B0604020202020204" pitchFamily="34" charset="0"/>
              <a:buChar char="•"/>
            </a:pPr>
            <a:r>
              <a:rPr lang="en-US" sz="1800" dirty="0">
                <a:solidFill>
                  <a:schemeClr val="bg1"/>
                </a:solidFill>
              </a:rPr>
              <a:t>Goal: test whether adding classic technical context helps generalization.</a:t>
            </a:r>
          </a:p>
          <a:p>
            <a:pPr marL="400050" lvl="0" indent="-285750">
              <a:buClr>
                <a:schemeClr val="bg1"/>
              </a:buClr>
              <a:buSzPts val="1800"/>
              <a:buFont typeface="Arial" panose="020B0604020202020204" pitchFamily="34" charset="0"/>
              <a:buChar char="•"/>
            </a:pPr>
            <a:endParaRPr lang="en-US" sz="1800" dirty="0">
              <a:solidFill>
                <a:schemeClr val="bg1"/>
              </a:solidFill>
            </a:endParaRPr>
          </a:p>
          <a:p>
            <a:pPr marL="400050" lvl="0" indent="-285750">
              <a:buClr>
                <a:schemeClr val="bg1"/>
              </a:buClr>
              <a:buSzPts val="1800"/>
              <a:buFont typeface="Arial" panose="020B0604020202020204" pitchFamily="34" charset="0"/>
              <a:buChar char="•"/>
            </a:pPr>
            <a:endParaRPr lang="en-US" sz="1800" dirty="0">
              <a:solidFill>
                <a:schemeClr val="bg1"/>
              </a:solidFill>
            </a:endParaRPr>
          </a:p>
          <a:p>
            <a:pPr marL="400050" lvl="0" indent="-285750">
              <a:buClr>
                <a:schemeClr val="bg1"/>
              </a:buClr>
              <a:buSzPts val="1800"/>
              <a:buFont typeface="Arial" panose="020B0604020202020204" pitchFamily="34" charset="0"/>
              <a:buChar char="•"/>
            </a:pPr>
            <a:endParaRPr lang="en-US" sz="1800" dirty="0">
              <a:solidFill>
                <a:schemeClr val="bg1"/>
              </a:solidFill>
            </a:endParaRPr>
          </a:p>
        </p:txBody>
      </p:sp>
      <p:pic>
        <p:nvPicPr>
          <p:cNvPr id="2" name="Picture 1">
            <a:extLst>
              <a:ext uri="{FF2B5EF4-FFF2-40B4-BE49-F238E27FC236}">
                <a16:creationId xmlns:a16="http://schemas.microsoft.com/office/drawing/2014/main" id="{DE4C83E8-99D5-A64B-47D0-81680DAEF93A}"/>
              </a:ext>
            </a:extLst>
          </p:cNvPr>
          <p:cNvPicPr>
            <a:picLocks noChangeAspect="1"/>
          </p:cNvPicPr>
          <p:nvPr/>
        </p:nvPicPr>
        <p:blipFill>
          <a:blip r:embed="rId3"/>
          <a:stretch>
            <a:fillRect/>
          </a:stretch>
        </p:blipFill>
        <p:spPr>
          <a:xfrm>
            <a:off x="4445155" y="1765705"/>
            <a:ext cx="4539118" cy="1640096"/>
          </a:xfrm>
          <a:prstGeom prst="rect">
            <a:avLst/>
          </a:prstGeom>
        </p:spPr>
      </p:pic>
    </p:spTree>
    <p:extLst>
      <p:ext uri="{BB962C8B-B14F-4D97-AF65-F5344CB8AC3E}">
        <p14:creationId xmlns:p14="http://schemas.microsoft.com/office/powerpoint/2010/main" val="1934781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BFA0B61F-B6A6-329D-993D-9C56DAB236AC}"/>
            </a:ext>
          </a:extLst>
        </p:cNvPr>
        <p:cNvGrpSpPr/>
        <p:nvPr/>
      </p:nvGrpSpPr>
      <p:grpSpPr>
        <a:xfrm>
          <a:off x="0" y="0"/>
          <a:ext cx="0" cy="0"/>
          <a:chOff x="0" y="0"/>
          <a:chExt cx="0" cy="0"/>
        </a:xfrm>
      </p:grpSpPr>
      <p:sp>
        <p:nvSpPr>
          <p:cNvPr id="525" name="Google Shape;525;p56">
            <a:extLst>
              <a:ext uri="{FF2B5EF4-FFF2-40B4-BE49-F238E27FC236}">
                <a16:creationId xmlns:a16="http://schemas.microsoft.com/office/drawing/2014/main" id="{BD507609-83FD-31FB-FF37-1727FC29C5E1}"/>
              </a:ext>
            </a:extLst>
          </p:cNvPr>
          <p:cNvSpPr txBox="1"/>
          <p:nvPr/>
        </p:nvSpPr>
        <p:spPr>
          <a:xfrm>
            <a:off x="157200" y="139000"/>
            <a:ext cx="5523929" cy="193896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dirty="0">
                <a:solidFill>
                  <a:schemeClr val="lt1"/>
                </a:solidFill>
                <a:latin typeface="Urbanist"/>
                <a:ea typeface="Urbanist"/>
                <a:cs typeface="Urbanist"/>
                <a:sym typeface="Urbanist"/>
              </a:rPr>
              <a:t>Results (Out-of-Sample)</a:t>
            </a: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1800" b="1" dirty="0">
              <a:solidFill>
                <a:schemeClr val="lt1"/>
              </a:solidFill>
              <a:latin typeface="Urbanist"/>
              <a:ea typeface="Urbanist"/>
              <a:cs typeface="Urbanist"/>
              <a:sym typeface="Urbanist"/>
            </a:endParaRPr>
          </a:p>
        </p:txBody>
      </p:sp>
      <p:sp>
        <p:nvSpPr>
          <p:cNvPr id="526" name="Google Shape;526;p56">
            <a:extLst>
              <a:ext uri="{FF2B5EF4-FFF2-40B4-BE49-F238E27FC236}">
                <a16:creationId xmlns:a16="http://schemas.microsoft.com/office/drawing/2014/main" id="{999FAF9B-A1DA-F3BA-DA8F-9A036F540164}"/>
              </a:ext>
            </a:extLst>
          </p:cNvPr>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527" name="Google Shape;527;p56">
            <a:extLst>
              <a:ext uri="{FF2B5EF4-FFF2-40B4-BE49-F238E27FC236}">
                <a16:creationId xmlns:a16="http://schemas.microsoft.com/office/drawing/2014/main" id="{DE97B5EC-59F6-3B04-2A74-A980D7A90A84}"/>
              </a:ext>
            </a:extLst>
          </p:cNvPr>
          <p:cNvSpPr txBox="1"/>
          <p:nvPr/>
        </p:nvSpPr>
        <p:spPr>
          <a:xfrm>
            <a:off x="7760750" y="3876875"/>
            <a:ext cx="1112700" cy="25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dk1"/>
                </a:solidFill>
                <a:latin typeface="Urbanist"/>
                <a:ea typeface="Urbanist"/>
                <a:cs typeface="Urbanist"/>
                <a:sym typeface="Urbanist"/>
              </a:rPr>
              <a:t>Puerto Rico</a:t>
            </a:r>
            <a:endParaRPr sz="1000" dirty="0">
              <a:solidFill>
                <a:schemeClr val="dk1"/>
              </a:solidFill>
              <a:latin typeface="Urbanist"/>
              <a:ea typeface="Urbanist"/>
              <a:cs typeface="Urbanist"/>
              <a:sym typeface="Urbanist"/>
            </a:endParaRPr>
          </a:p>
        </p:txBody>
      </p:sp>
      <p:sp>
        <p:nvSpPr>
          <p:cNvPr id="3" name="TextBox 2">
            <a:extLst>
              <a:ext uri="{FF2B5EF4-FFF2-40B4-BE49-F238E27FC236}">
                <a16:creationId xmlns:a16="http://schemas.microsoft.com/office/drawing/2014/main" id="{01F0154C-3E7D-E60D-1965-4E043836E2AD}"/>
              </a:ext>
            </a:extLst>
          </p:cNvPr>
          <p:cNvSpPr txBox="1"/>
          <p:nvPr/>
        </p:nvSpPr>
        <p:spPr>
          <a:xfrm>
            <a:off x="4755081" y="4174261"/>
            <a:ext cx="4094521" cy="400110"/>
          </a:xfrm>
          <a:prstGeom prst="rect">
            <a:avLst/>
          </a:prstGeom>
          <a:noFill/>
        </p:spPr>
        <p:txBody>
          <a:bodyPr wrap="square" rtlCol="0">
            <a:spAutoFit/>
          </a:bodyPr>
          <a:lstStyle/>
          <a:p>
            <a:pPr algn="ctr"/>
            <a:r>
              <a:rPr lang="en-US" sz="1000" dirty="0">
                <a:solidFill>
                  <a:schemeClr val="bg1"/>
                </a:solidFill>
              </a:rPr>
              <a:t>Multi‑modal model (</a:t>
            </a:r>
            <a:r>
              <a:rPr lang="en-US" sz="1000" dirty="0" err="1">
                <a:solidFill>
                  <a:schemeClr val="bg1"/>
                </a:solidFill>
              </a:rPr>
              <a:t>MACD+RSI+Bollinger</a:t>
            </a:r>
            <a:r>
              <a:rPr lang="en-US" sz="1000" dirty="0">
                <a:solidFill>
                  <a:schemeClr val="bg1"/>
                </a:solidFill>
              </a:rPr>
              <a:t>) confusion matrix on the test split</a:t>
            </a:r>
          </a:p>
        </p:txBody>
      </p:sp>
      <p:sp>
        <p:nvSpPr>
          <p:cNvPr id="6" name="TextBox 5">
            <a:extLst>
              <a:ext uri="{FF2B5EF4-FFF2-40B4-BE49-F238E27FC236}">
                <a16:creationId xmlns:a16="http://schemas.microsoft.com/office/drawing/2014/main" id="{B8039427-C6C9-B34D-A057-61AAC8B0315B}"/>
              </a:ext>
            </a:extLst>
          </p:cNvPr>
          <p:cNvSpPr txBox="1"/>
          <p:nvPr/>
        </p:nvSpPr>
        <p:spPr>
          <a:xfrm>
            <a:off x="310101" y="1007849"/>
            <a:ext cx="3927943" cy="5355312"/>
          </a:xfrm>
          <a:prstGeom prst="rect">
            <a:avLst/>
          </a:prstGeom>
          <a:noFill/>
        </p:spPr>
        <p:txBody>
          <a:bodyPr wrap="square" rtlCol="0">
            <a:spAutoFit/>
          </a:bodyPr>
          <a:lstStyle/>
          <a:p>
            <a:pPr marL="400050" lvl="0" indent="-285750">
              <a:buClr>
                <a:schemeClr val="bg1"/>
              </a:buClr>
              <a:buSzPts val="1800"/>
              <a:buFont typeface="Arial" panose="020B0604020202020204" pitchFamily="34" charset="0"/>
              <a:buChar char="•"/>
            </a:pPr>
            <a:r>
              <a:rPr lang="en-US" sz="1800" dirty="0">
                <a:solidFill>
                  <a:schemeClr val="bg1"/>
                </a:solidFill>
              </a:rPr>
              <a:t>Vision-only: training accuracy ~0.99 but validation best ~0.48 → overfitting.</a:t>
            </a:r>
          </a:p>
          <a:p>
            <a:pPr marL="400050" lvl="0" indent="-285750">
              <a:buClr>
                <a:schemeClr val="bg1"/>
              </a:buClr>
              <a:buSzPts val="1800"/>
              <a:buFont typeface="Arial" panose="020B0604020202020204" pitchFamily="34" charset="0"/>
              <a:buChar char="•"/>
            </a:pPr>
            <a:r>
              <a:rPr lang="en-US" sz="1800" dirty="0">
                <a:solidFill>
                  <a:schemeClr val="bg1"/>
                </a:solidFill>
              </a:rPr>
              <a:t>Vision-only test: 0.452 accuracy, 0.447 macro F1.</a:t>
            </a:r>
          </a:p>
          <a:p>
            <a:pPr marL="400050" lvl="0" indent="-285750">
              <a:buClr>
                <a:schemeClr val="bg1"/>
              </a:buClr>
              <a:buSzPts val="1800"/>
              <a:buFont typeface="Arial" panose="020B0604020202020204" pitchFamily="34" charset="0"/>
              <a:buChar char="•"/>
            </a:pPr>
            <a:r>
              <a:rPr lang="en-US" sz="1800" dirty="0">
                <a:solidFill>
                  <a:schemeClr val="bg1"/>
                </a:solidFill>
              </a:rPr>
              <a:t>Multi-modal (</a:t>
            </a:r>
            <a:r>
              <a:rPr lang="en-US" sz="1800" dirty="0" err="1">
                <a:solidFill>
                  <a:schemeClr val="bg1"/>
                </a:solidFill>
              </a:rPr>
              <a:t>MACD+RSI+Bollinger</a:t>
            </a:r>
            <a:r>
              <a:rPr lang="en-US" sz="1800" dirty="0">
                <a:solidFill>
                  <a:schemeClr val="bg1"/>
                </a:solidFill>
              </a:rPr>
              <a:t>) test: 0.459 accuracy, 0.455 macro F1.</a:t>
            </a:r>
          </a:p>
          <a:p>
            <a:pPr marL="400050" lvl="0" indent="-285750">
              <a:buClr>
                <a:schemeClr val="bg1"/>
              </a:buClr>
              <a:buSzPts val="1800"/>
              <a:buFont typeface="Arial" panose="020B0604020202020204" pitchFamily="34" charset="0"/>
              <a:buChar char="•"/>
            </a:pPr>
            <a:r>
              <a:rPr lang="en-US" sz="1800" dirty="0">
                <a:solidFill>
                  <a:schemeClr val="bg1"/>
                </a:solidFill>
              </a:rPr>
              <a:t>Improvement over majority baseline (~0.439) is small → weak/unstable signal.</a:t>
            </a:r>
          </a:p>
          <a:p>
            <a:pPr marL="400050" lvl="0" indent="-285750">
              <a:buClr>
                <a:schemeClr val="bg1"/>
              </a:buClr>
              <a:buSzPts val="1800"/>
              <a:buFont typeface="Arial" panose="020B0604020202020204" pitchFamily="34" charset="0"/>
              <a:buChar char="•"/>
            </a:pPr>
            <a:r>
              <a:rPr lang="en-US" sz="1800" dirty="0">
                <a:solidFill>
                  <a:schemeClr val="bg1"/>
                </a:solidFill>
              </a:rPr>
              <a:t>Biggest error: Down is often predicted as Up; Down has lowest recall.</a:t>
            </a:r>
          </a:p>
          <a:p>
            <a:pPr marL="400050" lvl="0" indent="-285750">
              <a:buClr>
                <a:schemeClr val="bg1"/>
              </a:buClr>
              <a:buSzPts val="1800"/>
              <a:buFont typeface="Arial" panose="020B0604020202020204" pitchFamily="34" charset="0"/>
              <a:buChar char="•"/>
            </a:pPr>
            <a:endParaRPr lang="en-US" sz="1800" dirty="0">
              <a:solidFill>
                <a:schemeClr val="bg1"/>
              </a:solidFill>
            </a:endParaRPr>
          </a:p>
          <a:p>
            <a:pPr marL="400050" lvl="0" indent="-285750">
              <a:buClr>
                <a:schemeClr val="bg1"/>
              </a:buClr>
              <a:buSzPts val="1800"/>
              <a:buFont typeface="Arial" panose="020B0604020202020204" pitchFamily="34" charset="0"/>
              <a:buChar char="•"/>
            </a:pPr>
            <a:endParaRPr lang="en-US" sz="1800" dirty="0">
              <a:solidFill>
                <a:schemeClr val="bg1"/>
              </a:solidFill>
            </a:endParaRPr>
          </a:p>
          <a:p>
            <a:pPr marL="400050" lvl="0" indent="-285750">
              <a:buClr>
                <a:schemeClr val="bg1"/>
              </a:buClr>
              <a:buSzPts val="1800"/>
              <a:buFont typeface="Arial" panose="020B0604020202020204" pitchFamily="34" charset="0"/>
              <a:buChar char="•"/>
            </a:pPr>
            <a:endParaRPr lang="en-US" sz="1800" dirty="0">
              <a:solidFill>
                <a:schemeClr val="bg1"/>
              </a:solidFill>
            </a:endParaRPr>
          </a:p>
          <a:p>
            <a:pPr marL="400050" lvl="0" indent="-285750">
              <a:buClr>
                <a:schemeClr val="bg1"/>
              </a:buClr>
              <a:buSzPts val="1800"/>
              <a:buFont typeface="Arial" panose="020B0604020202020204" pitchFamily="34" charset="0"/>
              <a:buChar char="•"/>
            </a:pPr>
            <a:endParaRPr lang="en-US" sz="1800" dirty="0">
              <a:solidFill>
                <a:schemeClr val="bg1"/>
              </a:solidFill>
            </a:endParaRPr>
          </a:p>
          <a:p>
            <a:pPr marL="400050" lvl="0" indent="-285750">
              <a:buClr>
                <a:schemeClr val="bg1"/>
              </a:buClr>
              <a:buSzPts val="1800"/>
              <a:buFont typeface="Arial" panose="020B0604020202020204" pitchFamily="34" charset="0"/>
              <a:buChar char="•"/>
            </a:pPr>
            <a:endParaRPr lang="en-US" sz="1800" dirty="0">
              <a:solidFill>
                <a:schemeClr val="bg1"/>
              </a:solidFill>
            </a:endParaRPr>
          </a:p>
        </p:txBody>
      </p:sp>
      <p:pic>
        <p:nvPicPr>
          <p:cNvPr id="4" name="Picture 3">
            <a:extLst>
              <a:ext uri="{FF2B5EF4-FFF2-40B4-BE49-F238E27FC236}">
                <a16:creationId xmlns:a16="http://schemas.microsoft.com/office/drawing/2014/main" id="{B02B0D7C-0F42-44A6-6AF4-C96247D535B5}"/>
              </a:ext>
            </a:extLst>
          </p:cNvPr>
          <p:cNvPicPr>
            <a:picLocks noChangeAspect="1"/>
          </p:cNvPicPr>
          <p:nvPr/>
        </p:nvPicPr>
        <p:blipFill>
          <a:blip r:embed="rId3"/>
          <a:stretch>
            <a:fillRect/>
          </a:stretch>
        </p:blipFill>
        <p:spPr>
          <a:xfrm>
            <a:off x="5136546" y="1108481"/>
            <a:ext cx="3331593" cy="2943975"/>
          </a:xfrm>
          <a:prstGeom prst="rect">
            <a:avLst/>
          </a:prstGeom>
        </p:spPr>
      </p:pic>
    </p:spTree>
    <p:extLst>
      <p:ext uri="{BB962C8B-B14F-4D97-AF65-F5344CB8AC3E}">
        <p14:creationId xmlns:p14="http://schemas.microsoft.com/office/powerpoint/2010/main" val="4205062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AA63801E-043A-E149-FBB3-6DD3FE4617B5}"/>
            </a:ext>
          </a:extLst>
        </p:cNvPr>
        <p:cNvGrpSpPr/>
        <p:nvPr/>
      </p:nvGrpSpPr>
      <p:grpSpPr>
        <a:xfrm>
          <a:off x="0" y="0"/>
          <a:ext cx="0" cy="0"/>
          <a:chOff x="0" y="0"/>
          <a:chExt cx="0" cy="0"/>
        </a:xfrm>
      </p:grpSpPr>
      <p:sp>
        <p:nvSpPr>
          <p:cNvPr id="525" name="Google Shape;525;p56">
            <a:extLst>
              <a:ext uri="{FF2B5EF4-FFF2-40B4-BE49-F238E27FC236}">
                <a16:creationId xmlns:a16="http://schemas.microsoft.com/office/drawing/2014/main" id="{5B699481-37D2-E005-402A-8C43E975F7F2}"/>
              </a:ext>
            </a:extLst>
          </p:cNvPr>
          <p:cNvSpPr txBox="1"/>
          <p:nvPr/>
        </p:nvSpPr>
        <p:spPr>
          <a:xfrm>
            <a:off x="137399" y="139000"/>
            <a:ext cx="5523929" cy="193896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dirty="0">
                <a:solidFill>
                  <a:schemeClr val="lt1"/>
                </a:solidFill>
                <a:latin typeface="Urbanist"/>
                <a:ea typeface="Urbanist"/>
                <a:cs typeface="Urbanist"/>
                <a:sym typeface="Urbanist"/>
              </a:rPr>
              <a:t>Interpretation</a:t>
            </a: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1800" b="1" dirty="0">
              <a:solidFill>
                <a:schemeClr val="lt1"/>
              </a:solidFill>
              <a:latin typeface="Urbanist"/>
              <a:ea typeface="Urbanist"/>
              <a:cs typeface="Urbanist"/>
              <a:sym typeface="Urbanist"/>
            </a:endParaRPr>
          </a:p>
        </p:txBody>
      </p:sp>
      <p:sp>
        <p:nvSpPr>
          <p:cNvPr id="526" name="Google Shape;526;p56">
            <a:extLst>
              <a:ext uri="{FF2B5EF4-FFF2-40B4-BE49-F238E27FC236}">
                <a16:creationId xmlns:a16="http://schemas.microsoft.com/office/drawing/2014/main" id="{487F5913-D3A5-6194-2EC6-BC9577B34021}"/>
              </a:ext>
            </a:extLst>
          </p:cNvPr>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527" name="Google Shape;527;p56">
            <a:extLst>
              <a:ext uri="{FF2B5EF4-FFF2-40B4-BE49-F238E27FC236}">
                <a16:creationId xmlns:a16="http://schemas.microsoft.com/office/drawing/2014/main" id="{38B907B7-EEB7-B92E-4599-4051196AF7B9}"/>
              </a:ext>
            </a:extLst>
          </p:cNvPr>
          <p:cNvSpPr txBox="1"/>
          <p:nvPr/>
        </p:nvSpPr>
        <p:spPr>
          <a:xfrm>
            <a:off x="7760750" y="3876875"/>
            <a:ext cx="1112700" cy="25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dk1"/>
                </a:solidFill>
                <a:latin typeface="Urbanist"/>
                <a:ea typeface="Urbanist"/>
                <a:cs typeface="Urbanist"/>
                <a:sym typeface="Urbanist"/>
              </a:rPr>
              <a:t>Puerto Rico</a:t>
            </a:r>
            <a:endParaRPr sz="1000" dirty="0">
              <a:solidFill>
                <a:schemeClr val="dk1"/>
              </a:solidFill>
              <a:latin typeface="Urbanist"/>
              <a:ea typeface="Urbanist"/>
              <a:cs typeface="Urbanist"/>
              <a:sym typeface="Urbanist"/>
            </a:endParaRPr>
          </a:p>
        </p:txBody>
      </p:sp>
      <p:sp>
        <p:nvSpPr>
          <p:cNvPr id="6" name="TextBox 5">
            <a:extLst>
              <a:ext uri="{FF2B5EF4-FFF2-40B4-BE49-F238E27FC236}">
                <a16:creationId xmlns:a16="http://schemas.microsoft.com/office/drawing/2014/main" id="{E024F8B9-C933-57A9-B5EA-6E2702BB2FB5}"/>
              </a:ext>
            </a:extLst>
          </p:cNvPr>
          <p:cNvSpPr txBox="1"/>
          <p:nvPr/>
        </p:nvSpPr>
        <p:spPr>
          <a:xfrm>
            <a:off x="310102" y="1007849"/>
            <a:ext cx="8676698" cy="2585323"/>
          </a:xfrm>
          <a:prstGeom prst="rect">
            <a:avLst/>
          </a:prstGeom>
          <a:noFill/>
        </p:spPr>
        <p:txBody>
          <a:bodyPr wrap="square" rtlCol="0">
            <a:spAutoFit/>
          </a:bodyPr>
          <a:lstStyle/>
          <a:p>
            <a:pPr marL="400050" lvl="0" indent="-285750">
              <a:buClr>
                <a:schemeClr val="bg1"/>
              </a:buClr>
              <a:buSzPts val="1800"/>
              <a:buFont typeface="Arial" panose="020B0604020202020204" pitchFamily="34" charset="0"/>
              <a:buChar char="•"/>
            </a:pPr>
            <a:r>
              <a:rPr lang="en-US" sz="1800" dirty="0">
                <a:solidFill>
                  <a:schemeClr val="bg1"/>
                </a:solidFill>
              </a:rPr>
              <a:t>Chart images alone did not provide strong predictive signal under this labeling setup.</a:t>
            </a:r>
          </a:p>
          <a:p>
            <a:pPr marL="400050" lvl="0" indent="-285750">
              <a:buClr>
                <a:schemeClr val="bg1"/>
              </a:buClr>
              <a:buSzPts val="1800"/>
              <a:buFont typeface="Arial" panose="020B0604020202020204" pitchFamily="34" charset="0"/>
              <a:buChar char="•"/>
            </a:pPr>
            <a:r>
              <a:rPr lang="en-US" sz="1800" dirty="0">
                <a:solidFill>
                  <a:schemeClr val="bg1"/>
                </a:solidFill>
              </a:rPr>
              <a:t>Adding standard indicators only marginally improved performance.</a:t>
            </a:r>
          </a:p>
          <a:p>
            <a:pPr marL="400050" lvl="0" indent="-285750">
              <a:buClr>
                <a:schemeClr val="bg1"/>
              </a:buClr>
              <a:buSzPts val="1800"/>
              <a:buFont typeface="Arial" panose="020B0604020202020204" pitchFamily="34" charset="0"/>
              <a:buChar char="•"/>
            </a:pPr>
            <a:r>
              <a:rPr lang="en-US" sz="1800" dirty="0">
                <a:solidFill>
                  <a:schemeClr val="bg1"/>
                </a:solidFill>
              </a:rPr>
              <a:t>Fixed ±5% barriers behave differently across assets (volatility differences) → label distribution shifts by ticker.</a:t>
            </a:r>
          </a:p>
          <a:p>
            <a:pPr marL="400050" lvl="0" indent="-285750">
              <a:buClr>
                <a:schemeClr val="bg1"/>
              </a:buClr>
              <a:buSzPts val="1800"/>
              <a:buFont typeface="Arial" panose="020B0604020202020204" pitchFamily="34" charset="0"/>
              <a:buChar char="•"/>
            </a:pPr>
            <a:r>
              <a:rPr lang="en-US" sz="1800" dirty="0">
                <a:solidFill>
                  <a:schemeClr val="bg1"/>
                </a:solidFill>
              </a:rPr>
              <a:t>Main confusion is Up vs Down, which is the hardest part of direction prediction in noisy markets.</a:t>
            </a:r>
          </a:p>
          <a:p>
            <a:pPr marL="400050" lvl="0" indent="-285750">
              <a:buClr>
                <a:schemeClr val="bg1"/>
              </a:buClr>
              <a:buSzPts val="1800"/>
              <a:buFont typeface="Arial" panose="020B0604020202020204" pitchFamily="34" charset="0"/>
              <a:buChar char="•"/>
            </a:pPr>
            <a:r>
              <a:rPr lang="en-US" sz="1800" u="sng" dirty="0">
                <a:solidFill>
                  <a:schemeClr val="bg1"/>
                </a:solidFill>
              </a:rPr>
              <a:t>Takeaway</a:t>
            </a:r>
            <a:r>
              <a:rPr lang="en-US" sz="1800" dirty="0">
                <a:solidFill>
                  <a:schemeClr val="bg1"/>
                </a:solidFill>
              </a:rPr>
              <a:t>: pipeline is valuable, but results are a “weak/negative finding” under current design choices.</a:t>
            </a:r>
          </a:p>
        </p:txBody>
      </p:sp>
    </p:spTree>
    <p:extLst>
      <p:ext uri="{BB962C8B-B14F-4D97-AF65-F5344CB8AC3E}">
        <p14:creationId xmlns:p14="http://schemas.microsoft.com/office/powerpoint/2010/main" val="1191701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41E35BFB-802E-3F5E-93C1-75618FB25375}"/>
            </a:ext>
          </a:extLst>
        </p:cNvPr>
        <p:cNvGrpSpPr/>
        <p:nvPr/>
      </p:nvGrpSpPr>
      <p:grpSpPr>
        <a:xfrm>
          <a:off x="0" y="0"/>
          <a:ext cx="0" cy="0"/>
          <a:chOff x="0" y="0"/>
          <a:chExt cx="0" cy="0"/>
        </a:xfrm>
      </p:grpSpPr>
      <p:sp>
        <p:nvSpPr>
          <p:cNvPr id="525" name="Google Shape;525;p56">
            <a:extLst>
              <a:ext uri="{FF2B5EF4-FFF2-40B4-BE49-F238E27FC236}">
                <a16:creationId xmlns:a16="http://schemas.microsoft.com/office/drawing/2014/main" id="{377C238E-A9EA-F461-AB44-CCE66C40FCAF}"/>
              </a:ext>
            </a:extLst>
          </p:cNvPr>
          <p:cNvSpPr txBox="1"/>
          <p:nvPr/>
        </p:nvSpPr>
        <p:spPr>
          <a:xfrm>
            <a:off x="137399" y="139000"/>
            <a:ext cx="5523929" cy="230829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dirty="0">
                <a:solidFill>
                  <a:schemeClr val="lt1"/>
                </a:solidFill>
                <a:latin typeface="Urbanist"/>
                <a:ea typeface="Urbanist"/>
                <a:cs typeface="Urbanist"/>
                <a:sym typeface="Urbanist"/>
              </a:rPr>
              <a:t>Limitations &amp; Ethical Considerations</a:t>
            </a: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1800" b="1" dirty="0">
              <a:solidFill>
                <a:schemeClr val="lt1"/>
              </a:solidFill>
              <a:latin typeface="Urbanist"/>
              <a:ea typeface="Urbanist"/>
              <a:cs typeface="Urbanist"/>
              <a:sym typeface="Urbanist"/>
            </a:endParaRPr>
          </a:p>
        </p:txBody>
      </p:sp>
      <p:sp>
        <p:nvSpPr>
          <p:cNvPr id="526" name="Google Shape;526;p56">
            <a:extLst>
              <a:ext uri="{FF2B5EF4-FFF2-40B4-BE49-F238E27FC236}">
                <a16:creationId xmlns:a16="http://schemas.microsoft.com/office/drawing/2014/main" id="{E4F756D7-2770-6AEC-9107-0305C5406A15}"/>
              </a:ext>
            </a:extLst>
          </p:cNvPr>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527" name="Google Shape;527;p56">
            <a:extLst>
              <a:ext uri="{FF2B5EF4-FFF2-40B4-BE49-F238E27FC236}">
                <a16:creationId xmlns:a16="http://schemas.microsoft.com/office/drawing/2014/main" id="{60DEDB74-615C-8E59-8954-39AF06407D04}"/>
              </a:ext>
            </a:extLst>
          </p:cNvPr>
          <p:cNvSpPr txBox="1"/>
          <p:nvPr/>
        </p:nvSpPr>
        <p:spPr>
          <a:xfrm>
            <a:off x="7760750" y="3876875"/>
            <a:ext cx="1112700" cy="25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dk1"/>
                </a:solidFill>
                <a:latin typeface="Urbanist"/>
                <a:ea typeface="Urbanist"/>
                <a:cs typeface="Urbanist"/>
                <a:sym typeface="Urbanist"/>
              </a:rPr>
              <a:t>Puerto Rico</a:t>
            </a:r>
            <a:endParaRPr sz="1000" dirty="0">
              <a:solidFill>
                <a:schemeClr val="dk1"/>
              </a:solidFill>
              <a:latin typeface="Urbanist"/>
              <a:ea typeface="Urbanist"/>
              <a:cs typeface="Urbanist"/>
              <a:sym typeface="Urbanist"/>
            </a:endParaRPr>
          </a:p>
        </p:txBody>
      </p:sp>
      <p:sp>
        <p:nvSpPr>
          <p:cNvPr id="6" name="TextBox 5">
            <a:extLst>
              <a:ext uri="{FF2B5EF4-FFF2-40B4-BE49-F238E27FC236}">
                <a16:creationId xmlns:a16="http://schemas.microsoft.com/office/drawing/2014/main" id="{0F9A96D5-8A11-BE40-C041-B31C461EE024}"/>
              </a:ext>
            </a:extLst>
          </p:cNvPr>
          <p:cNvSpPr txBox="1"/>
          <p:nvPr/>
        </p:nvSpPr>
        <p:spPr>
          <a:xfrm>
            <a:off x="310102" y="1007849"/>
            <a:ext cx="8676698" cy="1754326"/>
          </a:xfrm>
          <a:prstGeom prst="rect">
            <a:avLst/>
          </a:prstGeom>
          <a:noFill/>
        </p:spPr>
        <p:txBody>
          <a:bodyPr wrap="square" rtlCol="0">
            <a:spAutoFit/>
          </a:bodyPr>
          <a:lstStyle/>
          <a:p>
            <a:pPr marL="400050" lvl="0" indent="-285750">
              <a:buClr>
                <a:schemeClr val="bg1"/>
              </a:buClr>
              <a:buSzPts val="1800"/>
              <a:buFont typeface="Arial" panose="020B0604020202020204" pitchFamily="34" charset="0"/>
              <a:buChar char="•"/>
            </a:pPr>
            <a:r>
              <a:rPr lang="en-US" sz="1800" dirty="0">
                <a:solidFill>
                  <a:schemeClr val="bg1"/>
                </a:solidFill>
              </a:rPr>
              <a:t>Only 4 tickers → limited generalization across assets/regimes.</a:t>
            </a:r>
          </a:p>
          <a:p>
            <a:pPr marL="400050" lvl="0" indent="-285750">
              <a:buClr>
                <a:schemeClr val="bg1"/>
              </a:buClr>
              <a:buSzPts val="1800"/>
              <a:buFont typeface="Arial" panose="020B0604020202020204" pitchFamily="34" charset="0"/>
              <a:buChar char="•"/>
            </a:pPr>
            <a:r>
              <a:rPr lang="en-US" sz="1800" dirty="0">
                <a:solidFill>
                  <a:schemeClr val="bg1"/>
                </a:solidFill>
              </a:rPr>
              <a:t>Fixed barriers ignore volatility → very different Hold rates (SPY vs NVDA).</a:t>
            </a:r>
          </a:p>
          <a:p>
            <a:pPr marL="400050" lvl="0" indent="-285750">
              <a:buClr>
                <a:schemeClr val="bg1"/>
              </a:buClr>
              <a:buSzPts val="1800"/>
              <a:buFont typeface="Arial" panose="020B0604020202020204" pitchFamily="34" charset="0"/>
              <a:buChar char="•"/>
            </a:pPr>
            <a:r>
              <a:rPr lang="en-US" sz="1800" dirty="0">
                <a:solidFill>
                  <a:schemeClr val="bg1"/>
                </a:solidFill>
              </a:rPr>
              <a:t>Model overfits (high train acc; lower </a:t>
            </a:r>
            <a:r>
              <a:rPr lang="en-US" sz="1800" dirty="0" err="1">
                <a:solidFill>
                  <a:schemeClr val="bg1"/>
                </a:solidFill>
              </a:rPr>
              <a:t>val</a:t>
            </a:r>
            <a:r>
              <a:rPr lang="en-US" sz="1800" dirty="0">
                <a:solidFill>
                  <a:schemeClr val="bg1"/>
                </a:solidFill>
              </a:rPr>
              <a:t>/test).</a:t>
            </a:r>
          </a:p>
          <a:p>
            <a:pPr marL="400050" lvl="0" indent="-285750">
              <a:buClr>
                <a:schemeClr val="bg1"/>
              </a:buClr>
              <a:buSzPts val="1800"/>
              <a:buFont typeface="Arial" panose="020B0604020202020204" pitchFamily="34" charset="0"/>
              <a:buChar char="•"/>
            </a:pPr>
            <a:r>
              <a:rPr lang="en-US" sz="1800" dirty="0">
                <a:solidFill>
                  <a:schemeClr val="bg1"/>
                </a:solidFill>
              </a:rPr>
              <a:t>This is research, not trading advice; avoid overstating performance.</a:t>
            </a:r>
          </a:p>
          <a:p>
            <a:pPr marL="400050" lvl="0" indent="-285750">
              <a:buClr>
                <a:schemeClr val="bg1"/>
              </a:buClr>
              <a:buSzPts val="1800"/>
              <a:buFont typeface="Arial" panose="020B0604020202020204" pitchFamily="34" charset="0"/>
              <a:buChar char="•"/>
            </a:pPr>
            <a:r>
              <a:rPr lang="en-US" sz="1800" dirty="0">
                <a:solidFill>
                  <a:schemeClr val="bg1"/>
                </a:solidFill>
              </a:rPr>
              <a:t>Resource use: keep architecture lightweight and runs limited.</a:t>
            </a:r>
          </a:p>
          <a:p>
            <a:pPr marL="400050" lvl="0" indent="-285750">
              <a:buClr>
                <a:schemeClr val="bg1"/>
              </a:buClr>
              <a:buSzPts val="1800"/>
              <a:buFont typeface="Arial" panose="020B0604020202020204" pitchFamily="34" charset="0"/>
              <a:buChar char="•"/>
            </a:pPr>
            <a:endParaRPr lang="en-US" sz="1800" dirty="0">
              <a:solidFill>
                <a:schemeClr val="bg1"/>
              </a:solidFill>
            </a:endParaRPr>
          </a:p>
        </p:txBody>
      </p:sp>
    </p:spTree>
    <p:extLst>
      <p:ext uri="{BB962C8B-B14F-4D97-AF65-F5344CB8AC3E}">
        <p14:creationId xmlns:p14="http://schemas.microsoft.com/office/powerpoint/2010/main" val="2901886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93E60A38-C38B-6C29-C045-15AF0EAA4B9C}"/>
            </a:ext>
          </a:extLst>
        </p:cNvPr>
        <p:cNvGrpSpPr/>
        <p:nvPr/>
      </p:nvGrpSpPr>
      <p:grpSpPr>
        <a:xfrm>
          <a:off x="0" y="0"/>
          <a:ext cx="0" cy="0"/>
          <a:chOff x="0" y="0"/>
          <a:chExt cx="0" cy="0"/>
        </a:xfrm>
      </p:grpSpPr>
      <p:sp>
        <p:nvSpPr>
          <p:cNvPr id="525" name="Google Shape;525;p56">
            <a:extLst>
              <a:ext uri="{FF2B5EF4-FFF2-40B4-BE49-F238E27FC236}">
                <a16:creationId xmlns:a16="http://schemas.microsoft.com/office/drawing/2014/main" id="{85768B30-B0EF-3224-0830-101E4AC9D4D7}"/>
              </a:ext>
            </a:extLst>
          </p:cNvPr>
          <p:cNvSpPr txBox="1"/>
          <p:nvPr/>
        </p:nvSpPr>
        <p:spPr>
          <a:xfrm>
            <a:off x="137399" y="139000"/>
            <a:ext cx="5523929" cy="267762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400" b="1" dirty="0">
                <a:solidFill>
                  <a:schemeClr val="lt1"/>
                </a:solidFill>
                <a:latin typeface="Urbanist"/>
                <a:ea typeface="Urbanist"/>
                <a:cs typeface="Urbanist"/>
                <a:sym typeface="Urbanist"/>
              </a:rPr>
              <a:t>Future Work / Next Steps</a:t>
            </a: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2400" b="1" dirty="0">
              <a:solidFill>
                <a:schemeClr val="lt1"/>
              </a:solidFill>
              <a:latin typeface="Urbanist"/>
              <a:ea typeface="Urbanist"/>
              <a:cs typeface="Urbanist"/>
              <a:sym typeface="Urbanist"/>
            </a:endParaRPr>
          </a:p>
          <a:p>
            <a:pPr marL="0" lvl="0" indent="0" algn="l" rtl="0">
              <a:spcBef>
                <a:spcPts val="0"/>
              </a:spcBef>
              <a:spcAft>
                <a:spcPts val="0"/>
              </a:spcAft>
              <a:buNone/>
            </a:pPr>
            <a:endParaRPr lang="en-US" sz="1800" b="1" dirty="0">
              <a:solidFill>
                <a:schemeClr val="lt1"/>
              </a:solidFill>
              <a:latin typeface="Urbanist"/>
              <a:ea typeface="Urbanist"/>
              <a:cs typeface="Urbanist"/>
              <a:sym typeface="Urbanist"/>
            </a:endParaRPr>
          </a:p>
        </p:txBody>
      </p:sp>
      <p:sp>
        <p:nvSpPr>
          <p:cNvPr id="526" name="Google Shape;526;p56">
            <a:extLst>
              <a:ext uri="{FF2B5EF4-FFF2-40B4-BE49-F238E27FC236}">
                <a16:creationId xmlns:a16="http://schemas.microsoft.com/office/drawing/2014/main" id="{9DEB7F86-7964-8447-B144-BE13E7D28E35}"/>
              </a:ext>
            </a:extLst>
          </p:cNvPr>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527" name="Google Shape;527;p56">
            <a:extLst>
              <a:ext uri="{FF2B5EF4-FFF2-40B4-BE49-F238E27FC236}">
                <a16:creationId xmlns:a16="http://schemas.microsoft.com/office/drawing/2014/main" id="{C94654E7-3197-DE8C-6B9E-8B219F597A59}"/>
              </a:ext>
            </a:extLst>
          </p:cNvPr>
          <p:cNvSpPr txBox="1"/>
          <p:nvPr/>
        </p:nvSpPr>
        <p:spPr>
          <a:xfrm>
            <a:off x="7760750" y="3876875"/>
            <a:ext cx="1112700" cy="25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dirty="0">
                <a:solidFill>
                  <a:schemeClr val="dk1"/>
                </a:solidFill>
                <a:latin typeface="Urbanist"/>
                <a:ea typeface="Urbanist"/>
                <a:cs typeface="Urbanist"/>
                <a:sym typeface="Urbanist"/>
              </a:rPr>
              <a:t>Puerto Rico</a:t>
            </a:r>
            <a:endParaRPr sz="1000" dirty="0">
              <a:solidFill>
                <a:schemeClr val="dk1"/>
              </a:solidFill>
              <a:latin typeface="Urbanist"/>
              <a:ea typeface="Urbanist"/>
              <a:cs typeface="Urbanist"/>
              <a:sym typeface="Urbanist"/>
            </a:endParaRPr>
          </a:p>
        </p:txBody>
      </p:sp>
      <p:sp>
        <p:nvSpPr>
          <p:cNvPr id="6" name="TextBox 5">
            <a:extLst>
              <a:ext uri="{FF2B5EF4-FFF2-40B4-BE49-F238E27FC236}">
                <a16:creationId xmlns:a16="http://schemas.microsoft.com/office/drawing/2014/main" id="{FC3AC474-12D5-B4DE-0D85-E829A5D6F22C}"/>
              </a:ext>
            </a:extLst>
          </p:cNvPr>
          <p:cNvSpPr txBox="1"/>
          <p:nvPr/>
        </p:nvSpPr>
        <p:spPr>
          <a:xfrm>
            <a:off x="310102" y="1007849"/>
            <a:ext cx="8676698" cy="2308324"/>
          </a:xfrm>
          <a:prstGeom prst="rect">
            <a:avLst/>
          </a:prstGeom>
          <a:noFill/>
        </p:spPr>
        <p:txBody>
          <a:bodyPr wrap="square" rtlCol="0">
            <a:spAutoFit/>
          </a:bodyPr>
          <a:lstStyle/>
          <a:p>
            <a:pPr marL="400050" lvl="0" indent="-285750">
              <a:buClr>
                <a:schemeClr val="bg1"/>
              </a:buClr>
              <a:buSzPts val="1800"/>
              <a:buFont typeface="Arial" panose="020B0604020202020204" pitchFamily="34" charset="0"/>
              <a:buChar char="•"/>
            </a:pPr>
            <a:r>
              <a:rPr lang="en-US" sz="1800" dirty="0">
                <a:solidFill>
                  <a:schemeClr val="bg1"/>
                </a:solidFill>
              </a:rPr>
              <a:t>Volatility-scaled barriers (e.g., based on recent realized volatility).</a:t>
            </a:r>
          </a:p>
          <a:p>
            <a:pPr marL="400050" lvl="0" indent="-285750">
              <a:buClr>
                <a:schemeClr val="bg1"/>
              </a:buClr>
              <a:buSzPts val="1800"/>
              <a:buFont typeface="Arial" panose="020B0604020202020204" pitchFamily="34" charset="0"/>
              <a:buChar char="•"/>
            </a:pPr>
            <a:r>
              <a:rPr lang="en-US" sz="1800" dirty="0">
                <a:solidFill>
                  <a:schemeClr val="bg1"/>
                </a:solidFill>
              </a:rPr>
              <a:t>More tickers + more sectors to reduce overfitting to a few names.</a:t>
            </a:r>
          </a:p>
          <a:p>
            <a:pPr marL="400050" lvl="0" indent="-285750">
              <a:buClr>
                <a:schemeClr val="bg1"/>
              </a:buClr>
              <a:buSzPts val="1800"/>
              <a:buFont typeface="Arial" panose="020B0604020202020204" pitchFamily="34" charset="0"/>
              <a:buChar char="•"/>
            </a:pPr>
            <a:r>
              <a:rPr lang="en-US" sz="1800" dirty="0">
                <a:solidFill>
                  <a:schemeClr val="bg1"/>
                </a:solidFill>
              </a:rPr>
              <a:t>Regularization &amp; training tweaks: early stopping, weight decay tuning, augmentation.</a:t>
            </a:r>
          </a:p>
          <a:p>
            <a:pPr marL="400050" lvl="0" indent="-285750">
              <a:buClr>
                <a:schemeClr val="bg1"/>
              </a:buClr>
              <a:buSzPts val="1800"/>
              <a:buFont typeface="Arial" panose="020B0604020202020204" pitchFamily="34" charset="0"/>
              <a:buChar char="•"/>
            </a:pPr>
            <a:r>
              <a:rPr lang="en-US" sz="1800" dirty="0">
                <a:solidFill>
                  <a:schemeClr val="bg1"/>
                </a:solidFill>
              </a:rPr>
              <a:t>More diagnostics: per-ticker metrics, time-slice performance, calibration checks.</a:t>
            </a:r>
          </a:p>
          <a:p>
            <a:pPr marL="400050" lvl="0" indent="-285750">
              <a:buClr>
                <a:schemeClr val="bg1"/>
              </a:buClr>
              <a:buSzPts val="1800"/>
              <a:buFont typeface="Arial" panose="020B0604020202020204" pitchFamily="34" charset="0"/>
              <a:buChar char="•"/>
            </a:pPr>
            <a:r>
              <a:rPr lang="en-US" sz="1800" dirty="0">
                <a:solidFill>
                  <a:schemeClr val="bg1"/>
                </a:solidFill>
              </a:rPr>
              <a:t>Alternative targets: next-day direction, regression on returns, or probabilistic outputs.</a:t>
            </a:r>
          </a:p>
          <a:p>
            <a:pPr marL="400050" lvl="0" indent="-285750">
              <a:buClr>
                <a:schemeClr val="bg1"/>
              </a:buClr>
              <a:buSzPts val="1800"/>
              <a:buFont typeface="Arial" panose="020B0604020202020204" pitchFamily="34" charset="0"/>
              <a:buChar char="•"/>
            </a:pPr>
            <a:endParaRPr lang="en-US" sz="1800" dirty="0">
              <a:solidFill>
                <a:schemeClr val="bg1"/>
              </a:solidFill>
            </a:endParaRPr>
          </a:p>
        </p:txBody>
      </p:sp>
    </p:spTree>
    <p:extLst>
      <p:ext uri="{BB962C8B-B14F-4D97-AF65-F5344CB8AC3E}">
        <p14:creationId xmlns:p14="http://schemas.microsoft.com/office/powerpoint/2010/main" val="854367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cxnSp>
        <p:nvCxnSpPr>
          <p:cNvPr id="592" name="Google Shape;592;p62"/>
          <p:cNvCxnSpPr/>
          <p:nvPr/>
        </p:nvCxnSpPr>
        <p:spPr>
          <a:xfrm>
            <a:off x="3060563" y="1485050"/>
            <a:ext cx="0" cy="3198900"/>
          </a:xfrm>
          <a:prstGeom prst="straightConnector1">
            <a:avLst/>
          </a:prstGeom>
          <a:noFill/>
          <a:ln w="9525" cap="flat" cmpd="sng">
            <a:solidFill>
              <a:schemeClr val="accent1"/>
            </a:solidFill>
            <a:prstDash val="solid"/>
            <a:round/>
            <a:headEnd type="none" w="med" len="med"/>
            <a:tailEnd type="none" w="med" len="med"/>
          </a:ln>
        </p:spPr>
      </p:cxnSp>
      <p:cxnSp>
        <p:nvCxnSpPr>
          <p:cNvPr id="593" name="Google Shape;593;p62"/>
          <p:cNvCxnSpPr/>
          <p:nvPr/>
        </p:nvCxnSpPr>
        <p:spPr>
          <a:xfrm>
            <a:off x="238800" y="1485050"/>
            <a:ext cx="8676900" cy="0"/>
          </a:xfrm>
          <a:prstGeom prst="straightConnector1">
            <a:avLst/>
          </a:prstGeom>
          <a:noFill/>
          <a:ln w="9525" cap="flat" cmpd="sng">
            <a:solidFill>
              <a:schemeClr val="accent1"/>
            </a:solidFill>
            <a:prstDash val="solid"/>
            <a:round/>
            <a:headEnd type="none" w="med" len="med"/>
            <a:tailEnd type="none" w="med" len="med"/>
          </a:ln>
        </p:spPr>
      </p:cxnSp>
      <p:cxnSp>
        <p:nvCxnSpPr>
          <p:cNvPr id="594" name="Google Shape;594;p62"/>
          <p:cNvCxnSpPr/>
          <p:nvPr/>
        </p:nvCxnSpPr>
        <p:spPr>
          <a:xfrm>
            <a:off x="5989538" y="1485050"/>
            <a:ext cx="0" cy="3198900"/>
          </a:xfrm>
          <a:prstGeom prst="straightConnector1">
            <a:avLst/>
          </a:prstGeom>
          <a:noFill/>
          <a:ln w="9525" cap="flat" cmpd="sng">
            <a:solidFill>
              <a:schemeClr val="accent1"/>
            </a:solidFill>
            <a:prstDash val="solid"/>
            <a:round/>
            <a:headEnd type="none" w="med" len="med"/>
            <a:tailEnd type="none" w="med" len="med"/>
          </a:ln>
        </p:spPr>
      </p:cxnSp>
      <p:grpSp>
        <p:nvGrpSpPr>
          <p:cNvPr id="595" name="Google Shape;595;p62"/>
          <p:cNvGrpSpPr/>
          <p:nvPr/>
        </p:nvGrpSpPr>
        <p:grpSpPr>
          <a:xfrm>
            <a:off x="2698631" y="1801500"/>
            <a:ext cx="204654" cy="204654"/>
            <a:chOff x="259788" y="1923155"/>
            <a:chExt cx="409800" cy="409800"/>
          </a:xfrm>
        </p:grpSpPr>
        <p:sp>
          <p:nvSpPr>
            <p:cNvPr id="596" name="Google Shape;596;p62"/>
            <p:cNvSpPr/>
            <p:nvPr/>
          </p:nvSpPr>
          <p:spPr>
            <a:xfrm>
              <a:off x="259788" y="1923155"/>
              <a:ext cx="409800" cy="4098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grpSp>
          <p:nvGrpSpPr>
            <p:cNvPr id="597" name="Google Shape;597;p62"/>
            <p:cNvGrpSpPr/>
            <p:nvPr/>
          </p:nvGrpSpPr>
          <p:grpSpPr>
            <a:xfrm>
              <a:off x="362088" y="2093825"/>
              <a:ext cx="205200" cy="102600"/>
              <a:chOff x="498725" y="2069800"/>
              <a:chExt cx="205200" cy="102600"/>
            </a:xfrm>
          </p:grpSpPr>
          <p:cxnSp>
            <p:nvCxnSpPr>
              <p:cNvPr id="598" name="Google Shape;598;p62"/>
              <p:cNvCxnSpPr/>
              <p:nvPr/>
            </p:nvCxnSpPr>
            <p:spPr>
              <a:xfrm>
                <a:off x="498725" y="2069800"/>
                <a:ext cx="102600" cy="102600"/>
              </a:xfrm>
              <a:prstGeom prst="straightConnector1">
                <a:avLst/>
              </a:prstGeom>
              <a:noFill/>
              <a:ln w="9525" cap="flat" cmpd="sng">
                <a:solidFill>
                  <a:schemeClr val="accent3"/>
                </a:solidFill>
                <a:prstDash val="solid"/>
                <a:round/>
                <a:headEnd type="none" w="med" len="med"/>
                <a:tailEnd type="none" w="med" len="med"/>
              </a:ln>
            </p:spPr>
          </p:cxnSp>
          <p:cxnSp>
            <p:nvCxnSpPr>
              <p:cNvPr id="599" name="Google Shape;599;p62"/>
              <p:cNvCxnSpPr/>
              <p:nvPr/>
            </p:nvCxnSpPr>
            <p:spPr>
              <a:xfrm flipH="1">
                <a:off x="601325" y="2069800"/>
                <a:ext cx="102600" cy="102600"/>
              </a:xfrm>
              <a:prstGeom prst="straightConnector1">
                <a:avLst/>
              </a:prstGeom>
              <a:noFill/>
              <a:ln w="9525" cap="flat" cmpd="sng">
                <a:solidFill>
                  <a:schemeClr val="accent3"/>
                </a:solidFill>
                <a:prstDash val="solid"/>
                <a:round/>
                <a:headEnd type="none" w="med" len="med"/>
                <a:tailEnd type="none" w="med" len="med"/>
              </a:ln>
            </p:spPr>
          </p:cxnSp>
        </p:grpSp>
      </p:grpSp>
      <p:grpSp>
        <p:nvGrpSpPr>
          <p:cNvPr id="600" name="Google Shape;600;p62"/>
          <p:cNvGrpSpPr/>
          <p:nvPr/>
        </p:nvGrpSpPr>
        <p:grpSpPr>
          <a:xfrm>
            <a:off x="5618381" y="1801500"/>
            <a:ext cx="204654" cy="204654"/>
            <a:chOff x="259788" y="1923155"/>
            <a:chExt cx="409800" cy="409800"/>
          </a:xfrm>
        </p:grpSpPr>
        <p:sp>
          <p:nvSpPr>
            <p:cNvPr id="601" name="Google Shape;601;p62"/>
            <p:cNvSpPr/>
            <p:nvPr/>
          </p:nvSpPr>
          <p:spPr>
            <a:xfrm>
              <a:off x="259788" y="1923155"/>
              <a:ext cx="409800" cy="4098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grpSp>
          <p:nvGrpSpPr>
            <p:cNvPr id="602" name="Google Shape;602;p62"/>
            <p:cNvGrpSpPr/>
            <p:nvPr/>
          </p:nvGrpSpPr>
          <p:grpSpPr>
            <a:xfrm>
              <a:off x="362088" y="2093825"/>
              <a:ext cx="205200" cy="102600"/>
              <a:chOff x="498725" y="2069800"/>
              <a:chExt cx="205200" cy="102600"/>
            </a:xfrm>
          </p:grpSpPr>
          <p:cxnSp>
            <p:nvCxnSpPr>
              <p:cNvPr id="603" name="Google Shape;603;p62"/>
              <p:cNvCxnSpPr/>
              <p:nvPr/>
            </p:nvCxnSpPr>
            <p:spPr>
              <a:xfrm>
                <a:off x="498725" y="2069800"/>
                <a:ext cx="102600" cy="102600"/>
              </a:xfrm>
              <a:prstGeom prst="straightConnector1">
                <a:avLst/>
              </a:prstGeom>
              <a:noFill/>
              <a:ln w="9525" cap="flat" cmpd="sng">
                <a:solidFill>
                  <a:schemeClr val="accent3"/>
                </a:solidFill>
                <a:prstDash val="solid"/>
                <a:round/>
                <a:headEnd type="none" w="med" len="med"/>
                <a:tailEnd type="none" w="med" len="med"/>
              </a:ln>
            </p:spPr>
          </p:cxnSp>
          <p:cxnSp>
            <p:nvCxnSpPr>
              <p:cNvPr id="604" name="Google Shape;604;p62"/>
              <p:cNvCxnSpPr/>
              <p:nvPr/>
            </p:nvCxnSpPr>
            <p:spPr>
              <a:xfrm flipH="1">
                <a:off x="601325" y="2069800"/>
                <a:ext cx="102600" cy="102600"/>
              </a:xfrm>
              <a:prstGeom prst="straightConnector1">
                <a:avLst/>
              </a:prstGeom>
              <a:noFill/>
              <a:ln w="9525" cap="flat" cmpd="sng">
                <a:solidFill>
                  <a:schemeClr val="accent3"/>
                </a:solidFill>
                <a:prstDash val="solid"/>
                <a:round/>
                <a:headEnd type="none" w="med" len="med"/>
                <a:tailEnd type="none" w="med" len="med"/>
              </a:ln>
            </p:spPr>
          </p:cxnSp>
        </p:grpSp>
      </p:grpSp>
      <p:grpSp>
        <p:nvGrpSpPr>
          <p:cNvPr id="605" name="Google Shape;605;p62"/>
          <p:cNvGrpSpPr/>
          <p:nvPr/>
        </p:nvGrpSpPr>
        <p:grpSpPr>
          <a:xfrm>
            <a:off x="8711056" y="1801500"/>
            <a:ext cx="204654" cy="204654"/>
            <a:chOff x="259788" y="1923155"/>
            <a:chExt cx="409800" cy="409800"/>
          </a:xfrm>
        </p:grpSpPr>
        <p:sp>
          <p:nvSpPr>
            <p:cNvPr id="606" name="Google Shape;606;p62"/>
            <p:cNvSpPr/>
            <p:nvPr/>
          </p:nvSpPr>
          <p:spPr>
            <a:xfrm>
              <a:off x="259788" y="1923155"/>
              <a:ext cx="409800" cy="4098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grpSp>
          <p:nvGrpSpPr>
            <p:cNvPr id="607" name="Google Shape;607;p62"/>
            <p:cNvGrpSpPr/>
            <p:nvPr/>
          </p:nvGrpSpPr>
          <p:grpSpPr>
            <a:xfrm>
              <a:off x="362088" y="2093825"/>
              <a:ext cx="205200" cy="102600"/>
              <a:chOff x="498725" y="2069800"/>
              <a:chExt cx="205200" cy="102600"/>
            </a:xfrm>
          </p:grpSpPr>
          <p:cxnSp>
            <p:nvCxnSpPr>
              <p:cNvPr id="608" name="Google Shape;608;p62"/>
              <p:cNvCxnSpPr/>
              <p:nvPr/>
            </p:nvCxnSpPr>
            <p:spPr>
              <a:xfrm>
                <a:off x="498725" y="2069800"/>
                <a:ext cx="102600" cy="102600"/>
              </a:xfrm>
              <a:prstGeom prst="straightConnector1">
                <a:avLst/>
              </a:prstGeom>
              <a:noFill/>
              <a:ln w="9525" cap="flat" cmpd="sng">
                <a:solidFill>
                  <a:schemeClr val="accent3"/>
                </a:solidFill>
                <a:prstDash val="solid"/>
                <a:round/>
                <a:headEnd type="none" w="med" len="med"/>
                <a:tailEnd type="none" w="med" len="med"/>
              </a:ln>
            </p:spPr>
          </p:cxnSp>
          <p:cxnSp>
            <p:nvCxnSpPr>
              <p:cNvPr id="609" name="Google Shape;609;p62"/>
              <p:cNvCxnSpPr/>
              <p:nvPr/>
            </p:nvCxnSpPr>
            <p:spPr>
              <a:xfrm flipH="1">
                <a:off x="601325" y="2069800"/>
                <a:ext cx="102600" cy="102600"/>
              </a:xfrm>
              <a:prstGeom prst="straightConnector1">
                <a:avLst/>
              </a:prstGeom>
              <a:noFill/>
              <a:ln w="9525" cap="flat" cmpd="sng">
                <a:solidFill>
                  <a:schemeClr val="accent3"/>
                </a:solidFill>
                <a:prstDash val="solid"/>
                <a:round/>
                <a:headEnd type="none" w="med" len="med"/>
                <a:tailEnd type="none" w="med" len="med"/>
              </a:ln>
            </p:spPr>
          </p:cxnSp>
        </p:grpSp>
      </p:grpSp>
      <p:sp>
        <p:nvSpPr>
          <p:cNvPr id="610" name="Google Shape;610;p62"/>
          <p:cNvSpPr txBox="1">
            <a:spLocks noGrp="1"/>
          </p:cNvSpPr>
          <p:nvPr>
            <p:ph type="title"/>
          </p:nvPr>
        </p:nvSpPr>
        <p:spPr>
          <a:xfrm>
            <a:off x="228600" y="613525"/>
            <a:ext cx="7223400" cy="406200"/>
          </a:xfrm>
          <a:prstGeom prst="rect">
            <a:avLst/>
          </a:prstGeom>
        </p:spPr>
        <p:txBody>
          <a:bodyPr spcFirstLastPara="1" wrap="square" lIns="0" tIns="0" rIns="91425" bIns="91425" anchor="t" anchorCtr="0">
            <a:spAutoFit/>
          </a:bodyPr>
          <a:lstStyle/>
          <a:p>
            <a:pPr marL="0" lvl="0" indent="0" algn="l" rtl="0">
              <a:spcBef>
                <a:spcPts val="0"/>
              </a:spcBef>
              <a:spcAft>
                <a:spcPts val="0"/>
              </a:spcAft>
              <a:buClr>
                <a:schemeClr val="dk1"/>
              </a:buClr>
              <a:buSzPts val="1100"/>
              <a:buNone/>
            </a:pPr>
            <a:r>
              <a:rPr lang="en"/>
              <a:t>Q&amp;A examples (audience questions)</a:t>
            </a:r>
            <a:endParaRPr/>
          </a:p>
        </p:txBody>
      </p:sp>
      <p:sp>
        <p:nvSpPr>
          <p:cNvPr id="611" name="Google Shape;611;p62"/>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None/>
            </a:pPr>
            <a:r>
              <a:rPr lang="en"/>
              <a:t>Company Name</a:t>
            </a:r>
            <a:endParaRPr/>
          </a:p>
        </p:txBody>
      </p:sp>
      <p:sp>
        <p:nvSpPr>
          <p:cNvPr id="612" name="Google Shape;612;p62"/>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Quarter Month</a:t>
            </a:r>
            <a:endParaRPr/>
          </a:p>
        </p:txBody>
      </p:sp>
      <p:sp>
        <p:nvSpPr>
          <p:cNvPr id="613" name="Google Shape;613;p62"/>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p>
            <a:pPr marL="0" lvl="0" indent="0" algn="r" rtl="0">
              <a:spcBef>
                <a:spcPts val="0"/>
              </a:spcBef>
              <a:spcAft>
                <a:spcPts val="0"/>
              </a:spcAft>
              <a:buClr>
                <a:schemeClr val="dk1"/>
              </a:buClr>
              <a:buSzPts val="1100"/>
              <a:buNone/>
            </a:pPr>
            <a:r>
              <a:rPr lang="en"/>
              <a:t>Year</a:t>
            </a:r>
            <a:endParaRPr/>
          </a:p>
        </p:txBody>
      </p:sp>
      <p:sp>
        <p:nvSpPr>
          <p:cNvPr id="614" name="Google Shape;614;p62"/>
          <p:cNvSpPr txBox="1">
            <a:spLocks noGrp="1"/>
          </p:cNvSpPr>
          <p:nvPr>
            <p:ph type="subTitle" idx="5"/>
          </p:nvPr>
        </p:nvSpPr>
        <p:spPr>
          <a:xfrm>
            <a:off x="254625" y="1638300"/>
            <a:ext cx="2383500" cy="858405"/>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US" sz="1200" dirty="0"/>
              <a:t>Why did you choose the triple-barrier labeling method instead of a simple up/down label?</a:t>
            </a:r>
            <a:endParaRPr sz="1200" dirty="0"/>
          </a:p>
        </p:txBody>
      </p:sp>
      <p:sp>
        <p:nvSpPr>
          <p:cNvPr id="615" name="Google Shape;615;p62"/>
          <p:cNvSpPr txBox="1">
            <a:spLocks noGrp="1"/>
          </p:cNvSpPr>
          <p:nvPr>
            <p:ph type="body" idx="8"/>
          </p:nvPr>
        </p:nvSpPr>
        <p:spPr>
          <a:xfrm>
            <a:off x="233999" y="3544475"/>
            <a:ext cx="2665200" cy="1188300"/>
          </a:xfrm>
          <a:prstGeom prst="rect">
            <a:avLst/>
          </a:prstGeom>
        </p:spPr>
        <p:txBody>
          <a:bodyPr spcFirstLastPara="1" wrap="square" lIns="0" tIns="0" rIns="91425" bIns="91425" anchor="b" anchorCtr="0">
            <a:noAutofit/>
          </a:bodyPr>
          <a:lstStyle/>
          <a:p>
            <a:pPr marL="0" lvl="0" indent="0" algn="l" rtl="0">
              <a:spcBef>
                <a:spcPts val="0"/>
              </a:spcBef>
              <a:spcAft>
                <a:spcPts val="0"/>
              </a:spcAft>
              <a:buNone/>
            </a:pPr>
            <a:r>
              <a:rPr lang="en-US" sz="1000" dirty="0"/>
              <a:t>A simple up/down label only checks whether the price is higher or lower after a fixed period, but it ignores how price moved in between. Triple-barrier labeling is closer to trading reality: it distinguishes between (1) hitting an upside move, (2) hitting a downside move, or (3) doing neither within the horizon (“Hold”). That reduces “label noise” where prices briefly move strongly one way, then reverse by the end of the horizon. It also gives a cleaner definition of outcomes that better matches risk-managed decision-making.</a:t>
            </a:r>
            <a:endParaRPr sz="1000" dirty="0"/>
          </a:p>
        </p:txBody>
      </p:sp>
      <p:sp>
        <p:nvSpPr>
          <p:cNvPr id="616" name="Google Shape;616;p62"/>
          <p:cNvSpPr/>
          <p:nvPr/>
        </p:nvSpPr>
        <p:spPr>
          <a:xfrm>
            <a:off x="162450" y="4732775"/>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617" name="Google Shape;617;p62"/>
          <p:cNvSpPr txBox="1">
            <a:spLocks noGrp="1"/>
          </p:cNvSpPr>
          <p:nvPr>
            <p:ph type="subTitle" idx="5"/>
          </p:nvPr>
        </p:nvSpPr>
        <p:spPr>
          <a:xfrm>
            <a:off x="3168050" y="1638300"/>
            <a:ext cx="2383500" cy="11883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US" sz="1200" dirty="0"/>
              <a:t>Why was a 20-day horizon selected for labeling instead of a shorter time frame?</a:t>
            </a:r>
            <a:endParaRPr sz="1200" dirty="0"/>
          </a:p>
        </p:txBody>
      </p:sp>
      <p:sp>
        <p:nvSpPr>
          <p:cNvPr id="618" name="Google Shape;618;p62"/>
          <p:cNvSpPr txBox="1">
            <a:spLocks noGrp="1"/>
          </p:cNvSpPr>
          <p:nvPr>
            <p:ph type="body" idx="8"/>
          </p:nvPr>
        </p:nvSpPr>
        <p:spPr>
          <a:xfrm>
            <a:off x="3151533" y="3022349"/>
            <a:ext cx="2665200" cy="1188300"/>
          </a:xfrm>
          <a:prstGeom prst="rect">
            <a:avLst/>
          </a:prstGeom>
        </p:spPr>
        <p:txBody>
          <a:bodyPr spcFirstLastPara="1" wrap="square" lIns="0" tIns="0" rIns="91425" bIns="91425" anchor="b" anchorCtr="0">
            <a:noAutofit/>
          </a:bodyPr>
          <a:lstStyle/>
          <a:p>
            <a:pPr marL="0" lvl="0" indent="0" algn="l" rtl="0">
              <a:spcBef>
                <a:spcPts val="0"/>
              </a:spcBef>
              <a:spcAft>
                <a:spcPts val="0"/>
              </a:spcAft>
              <a:buNone/>
            </a:pPr>
            <a:r>
              <a:rPr lang="en-US" sz="1000" dirty="0"/>
              <a:t>Twenty trading days is roughly one month, which is long enough for a meaningful trend to develop and for a ±5% move to occur sometimes, but not so long that the label becomes disconnected from what the chart window represents. Shorter horizons (like 1–5 days) are dominated by noise and micro-events, which makes labels unstable and harder for a model to learn from images.</a:t>
            </a:r>
            <a:endParaRPr sz="1000" dirty="0"/>
          </a:p>
        </p:txBody>
      </p:sp>
      <p:sp>
        <p:nvSpPr>
          <p:cNvPr id="619" name="Google Shape;619;p62"/>
          <p:cNvSpPr txBox="1">
            <a:spLocks noGrp="1"/>
          </p:cNvSpPr>
          <p:nvPr>
            <p:ph type="subTitle" idx="5"/>
          </p:nvPr>
        </p:nvSpPr>
        <p:spPr>
          <a:xfrm>
            <a:off x="6080700" y="1542182"/>
            <a:ext cx="2383500" cy="11883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US" sz="1200" dirty="0"/>
              <a:t>Why was a ±5% barrier used for labeling, given the volatility characteristics of the selected tickers?</a:t>
            </a:r>
            <a:endParaRPr sz="1200" dirty="0"/>
          </a:p>
        </p:txBody>
      </p:sp>
      <p:sp>
        <p:nvSpPr>
          <p:cNvPr id="620" name="Google Shape;620;p62"/>
          <p:cNvSpPr txBox="1">
            <a:spLocks noGrp="1"/>
          </p:cNvSpPr>
          <p:nvPr>
            <p:ph type="body" idx="8"/>
          </p:nvPr>
        </p:nvSpPr>
        <p:spPr>
          <a:xfrm>
            <a:off x="6080507" y="3194454"/>
            <a:ext cx="2665200" cy="1188300"/>
          </a:xfrm>
          <a:prstGeom prst="rect">
            <a:avLst/>
          </a:prstGeom>
        </p:spPr>
        <p:txBody>
          <a:bodyPr spcFirstLastPara="1" wrap="square" lIns="0" tIns="0" rIns="91425" bIns="91425" anchor="b" anchorCtr="0">
            <a:noAutofit/>
          </a:bodyPr>
          <a:lstStyle/>
          <a:p>
            <a:pPr marL="0" lvl="0" indent="0" algn="l" rtl="0">
              <a:spcBef>
                <a:spcPts val="0"/>
              </a:spcBef>
              <a:spcAft>
                <a:spcPts val="0"/>
              </a:spcAft>
              <a:buNone/>
            </a:pPr>
            <a:r>
              <a:rPr lang="en-US" sz="1000" dirty="0"/>
              <a:t>±5% is a practical, interpretable move size: big enough to avoid labeling tiny day-to-day fluctuations as “Up” or “Down,” but small enough to happen within a 20-day window often enough to produce signal. That said, the project results also show a limitation: the same fixed barrier behaves very differently across assets with different volatility. This is one reason future work could use volatility-adjusted (e.g., ATR- or </a:t>
            </a:r>
            <a:r>
              <a:rPr lang="el-GR" sz="1000" dirty="0"/>
              <a:t>σ-</a:t>
            </a:r>
            <a:r>
              <a:rPr lang="en-US" sz="1000" dirty="0"/>
              <a:t>scaled) barriers.</a:t>
            </a:r>
            <a:endParaRPr sz="1000"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316</TotalTime>
  <Words>1226</Words>
  <Application>Microsoft Macintosh PowerPoint</Application>
  <PresentationFormat>On-screen Show (16:9)</PresentationFormat>
  <Paragraphs>115</Paragraphs>
  <Slides>12</Slides>
  <Notes>12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Urbanist Medium</vt:lpstr>
      <vt:lpstr>Arial</vt:lpstr>
      <vt:lpstr>Urbanist SemiBold</vt:lpstr>
      <vt:lpstr>Urbanist</vt:lpstr>
      <vt:lpstr>Simple Light</vt:lpstr>
      <vt:lpstr>Dark Particles</vt:lpstr>
      <vt:lpstr>Vision-Based Price Movement Classification from Candlestick Chart Images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Q&amp;A examples (audience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Zicheng Xu</cp:lastModifiedBy>
  <cp:revision>16</cp:revision>
  <dcterms:modified xsi:type="dcterms:W3CDTF">2026-02-08T04:50:00Z</dcterms:modified>
</cp:coreProperties>
</file>